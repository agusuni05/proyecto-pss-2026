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115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023E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41248" y="342900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23E4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201168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40080" y="653796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AuraHealth · Sala médica privada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206240" cy="420624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822960" y="1051560"/>
            <a:ext cx="1051560" cy="1051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1271016"/>
            <a:ext cx="612648" cy="612648"/>
          </a:xfrm>
          <a:prstGeom prst="rect">
            <a:avLst/>
          </a:prstGeom>
        </p:spPr>
      </p:pic>
      <p:sp>
        <p:nvSpPr>
          <p:cNvPr id="6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AuraHealth</a:t>
            </a:r>
            <a:endParaRPr lang="en-US" sz="5400" dirty="0"/>
          </a:p>
        </p:txBody>
      </p:sp>
      <p:sp>
        <p:nvSpPr>
          <p:cNvPr id="7" name="Text 0"/>
          <p:cNvSpPr>
            <a:spLocks noGrp="1"/>
          </p:cNvSpPr>
          <p:nvPr>
            <p:ph type="body" idx="101" hasCustomPrompt="1"/>
          </p:nvPr>
        </p:nvSpPr>
        <p:spPr>
          <a:xfrm>
            <a:off x="841248" y="342900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 algn="l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integral de gestión para sala médica privada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251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Reunión de Demo</a:t>
            </a: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B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y participantes: a confirmar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2011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demo &amp; historias de usuario implementadas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12080" cy="4892040"/>
          </a:xfrm>
          <a:prstGeom prst="roundRect">
            <a:avLst>
              <a:gd name="adj" fmla="val 2243"/>
            </a:avLst>
          </a:prstGeom>
          <a:solidFill>
            <a:srgbClr val="E9F5F3"/>
          </a:solidFill>
          <a:ln/>
          <a:effectLst>
            <a:outerShdw blurRad="101600" dist="38100" dir="5400000" algn="bl" rotWithShape="0">
              <a:srgbClr val="1B1B1B">
                <a:alpha val="1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960120" y="1709928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8653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3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demo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5603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 del flujo completo de cada historia de usuario del sprint, sobre el sistema funcionando.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recorre el camino exitoso y al menos un caso de error/borde por cada US.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Fecha, hora y participantes de la reunión: a confirmar con el equipo docente.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60120" y="4480560"/>
            <a:ext cx="4572000" cy="0"/>
          </a:xfrm>
          <a:prstGeom prst="line">
            <a:avLst/>
          </a:prstGeom>
          <a:noFill/>
          <a:ln w="12700">
            <a:solidFill>
              <a:srgbClr val="CBDFDB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6"/>
          <p:cNvSpPr txBox="1"/>
          <p:nvPr/>
        </p:nvSpPr>
        <p:spPr>
          <a:xfrm>
            <a:off x="960120" y="46634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E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completo de escenarios: ver documento “Plan de Demo – Sprint 2”.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55080" y="1417320"/>
            <a:ext cx="5212080" cy="4892040"/>
          </a:xfrm>
          <a:prstGeom prst="roundRect">
            <a:avLst>
              <a:gd name="adj" fmla="val 2243"/>
            </a:avLst>
          </a:prstGeom>
          <a:solidFill>
            <a:srgbClr val="E9F5F3"/>
          </a:solidFill>
          <a:ln/>
          <a:effectLst>
            <a:outerShdw blurRad="101600" dist="38100" dir="5400000" algn="bl" rotWithShape="0">
              <a:srgbClr val="1B1B1B">
                <a:alpha val="1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1" name="Shape 8"/>
          <p:cNvSpPr/>
          <p:nvPr/>
        </p:nvSpPr>
        <p:spPr>
          <a:xfrm>
            <a:off x="6675120" y="1709928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1865376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3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implementadas (9)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256032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US-21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Infraestructura de envío de email (plantillas y reintentos)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US-24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Catálogo de vacunas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US-10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Búsqueda de turnos por especialidad/profesional/fecha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US-13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Reserva de turno con control de concurrencia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US-14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Confirmación de la reserva por email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US-15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Recordatorio automático de turno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US-16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Cancelación de turno con liberación del horario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US-18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Registro de estado del turno (cumplido/ausente/cancelado)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US-64</a:t>
            </a: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Reserva de turno a nombre de otra persona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2011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sprint &amp; métricas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12080" cy="4892040"/>
          </a:xfrm>
          <a:prstGeom prst="roundRect">
            <a:avLst>
              <a:gd name="adj" fmla="val 2243"/>
            </a:avLst>
          </a:prstGeom>
          <a:solidFill>
            <a:srgbClr val="E9F5F3"/>
          </a:solidFill>
          <a:ln/>
          <a:effectLst>
            <a:outerShdw blurRad="101600" dist="38100" dir="5400000" algn="bl" rotWithShape="0">
              <a:srgbClr val="1B1B1B">
                <a:alpha val="1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960120" y="1709928"/>
            <a:ext cx="685800" cy="685800"/>
          </a:xfrm>
          <a:prstGeom prst="ellipse">
            <a:avLst/>
          </a:prstGeom>
          <a:solidFill>
            <a:srgbClr val="05668D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8653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23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hará en Sprint 3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514600"/>
            <a:ext cx="2251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US-63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Agenda del vacunatorio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US-33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Precio de consulta por obra social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US-32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Gestión de cobertura médica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US-39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Ficha de diagnóstico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US-45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Reporte de turnos por especialidad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US-48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Reporte de asistencia y ausentismo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US-30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Bloqueo de turnos de franja publicada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US-28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Turno de vacunación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US-34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Cálculo del importe según obra social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US-22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Aviso por email de franja bloqueada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1417320"/>
            <a:ext cx="5212080" cy="4892040"/>
          </a:xfrm>
          <a:prstGeom prst="roundRect">
            <a:avLst>
              <a:gd name="adj" fmla="val 2243"/>
            </a:avLst>
          </a:prstGeom>
          <a:solidFill>
            <a:srgbClr val="E9F5F3"/>
          </a:solidFill>
          <a:ln/>
          <a:effectLst>
            <a:outerShdw blurRad="101600" dist="38100" dir="5400000" algn="bl" rotWithShape="0">
              <a:srgbClr val="1B1B1B">
                <a:alpha val="18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7"/>
          <p:cNvSpPr/>
          <p:nvPr/>
        </p:nvSpPr>
        <p:spPr>
          <a:xfrm>
            <a:off x="6675120" y="1709928"/>
            <a:ext cx="685800" cy="6858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186537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23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del sprint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514600"/>
            <a:ext cx="4572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historias de usuario implementadas por sprint: A completar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bugs solucionados: A completar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bugs/errores encontrados luego de cada feature implementada: A completar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requerimientos implementados y aprobados sobre el total: A completar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tareas en curso simultáneamente: A completar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total desde que una tarea entra al backlog hasta que llega a producción: A completar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 err="1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HU que no se terminan en el sprint sobre el total de HU del sprint: A completar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5806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E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 completar por el equipo con los datos reales del sprint.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15" name="Text 4"/>
          <p:cNvSpPr txBox="1"/>
          <p:nvPr/>
        </p:nvSpPr>
        <p:spPr>
          <a:xfrm>
            <a:off x="3211120" y="2514600"/>
            <a:ext cx="2251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US-40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Historial consolidado del profesional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US-41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Historial clínico del paciente (lectura)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US-62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Estudios adjuntos a la ficha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US-29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Registro de dosis aplicada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US-17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Turnos desde mostrador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US-35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Registro de pago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US-44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Auditoría de accesos al historial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US-57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Carnet de vacunación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US-36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Comprobante de pago en PDF</a:t>
            </a:r>
            <a:endParaRPr lang="en-US" sz="1200" dirty="0"/>
          </a:p>
          <a:p>
            <a:pPr marL="342900" indent="-342900">
              <a:spcAft>
                <a:spcPts val="550"/>
              </a:spcAft>
              <a:buSzPct val="100000"/>
              <a:buChar char="•"/>
            </a:pPr>
            <a:r>
              <a:rPr lang="en-US" sz="1200" b="1" dirty="0">
                <a:solidFill>
                  <a:srgbClr val="056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US-47</a:t>
            </a: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Reporte de pagos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640080" y="2011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Bugs encontrados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9F5F3"/>
          </a:solidFill>
          <a:ln/>
          <a:effectLst>
            <a:outerShdw blurRad="76200" dist="25400" dir="5400000" algn="bl" rotWithShape="0">
              <a:srgbClr val="1B1B1B">
                <a:alpha val="16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914400" y="1673352"/>
            <a:ext cx="566928" cy="566928"/>
          </a:xfrm>
          <a:prstGeom prst="ellipse">
            <a:avLst/>
          </a:prstGeom>
          <a:solidFill>
            <a:srgbClr val="D6455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180136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184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2860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completar.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41732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9F5F3"/>
          </a:solidFill>
          <a:ln/>
          <a:effectLst>
            <a:outerShdw blurRad="76200" dist="25400" dir="5400000" algn="bl" rotWithShape="0">
              <a:srgbClr val="1B1B1B">
                <a:alpha val="16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9" name="Shape 6"/>
          <p:cNvSpPr/>
          <p:nvPr/>
        </p:nvSpPr>
        <p:spPr>
          <a:xfrm>
            <a:off x="6492240" y="1673352"/>
            <a:ext cx="566928" cy="566928"/>
          </a:xfrm>
          <a:prstGeom prst="ellipse">
            <a:avLst/>
          </a:prstGeom>
          <a:solidFill>
            <a:srgbClr val="D6455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1801368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184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2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2860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completar.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361188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9F5F3"/>
          </a:solidFill>
          <a:ln/>
          <a:effectLst>
            <a:outerShdw blurRad="76200" dist="25400" dir="5400000" algn="bl" rotWithShape="0">
              <a:srgbClr val="1B1B1B">
                <a:alpha val="16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4" name="Shape 10"/>
          <p:cNvSpPr/>
          <p:nvPr/>
        </p:nvSpPr>
        <p:spPr>
          <a:xfrm>
            <a:off x="914400" y="3867912"/>
            <a:ext cx="566928" cy="566928"/>
          </a:xfrm>
          <a:prstGeom prst="ellipse">
            <a:avLst/>
          </a:prstGeom>
          <a:solidFill>
            <a:srgbClr val="D6455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995928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381304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3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4805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completar.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217920" y="361188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9F5F3"/>
          </a:solidFill>
          <a:ln/>
          <a:effectLst>
            <a:outerShdw blurRad="76200" dist="25400" dir="5400000" algn="bl" rotWithShape="0">
              <a:srgbClr val="1B1B1B">
                <a:alpha val="16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9" name="Shape 14"/>
          <p:cNvSpPr/>
          <p:nvPr/>
        </p:nvSpPr>
        <p:spPr>
          <a:xfrm>
            <a:off x="6492240" y="3867912"/>
            <a:ext cx="566928" cy="566928"/>
          </a:xfrm>
          <a:prstGeom prst="ellipse">
            <a:avLst/>
          </a:prstGeom>
          <a:solidFill>
            <a:srgbClr val="D64550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3995928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81304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45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4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92240" y="44805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completar.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E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planificada: 3 puntos para corrección de los bugs del Sprint 2 durante el Sprint 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raHealth">
  <a:themeElements>
    <a:clrScheme name="AuraHealth">
      <a:dk1>
        <a:srgbClr val="1B1B1B"/>
      </a:dk1>
      <a:lt1>
        <a:srgbClr val="FFFFFF"/>
      </a:lt1>
      <a:dk2>
        <a:srgbClr val="023E40"/>
      </a:dk2>
      <a:lt2>
        <a:srgbClr val="E9F5F3"/>
      </a:lt2>
      <a:accent1>
        <a:srgbClr val="028090"/>
      </a:accent1>
      <a:accent2>
        <a:srgbClr val="00A896"/>
      </a:accent2>
      <a:accent3>
        <a:srgbClr val="02C39A"/>
      </a:accent3>
      <a:accent4>
        <a:srgbClr val="05668D"/>
      </a:accent4>
      <a:accent5>
        <a:srgbClr val="D64550"/>
      </a:accent5>
      <a:accent6>
        <a:srgbClr val="F2A541"/>
      </a:accent6>
      <a:hlink>
        <a:srgbClr val="028090"/>
      </a:hlink>
      <a:folHlink>
        <a:srgbClr val="05668D"/>
      </a:folHlink>
    </a:clrScheme>
    <a:fontScheme name="AuraHealt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452</Words>
  <Application>Microsoft Office PowerPoint</Application>
  <PresentationFormat>Panorámica</PresentationFormat>
  <Paragraphs>68</Paragraphs>
  <Slides>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AuraHealth</vt:lpstr>
      <vt:lpstr>AuraHealth</vt:lpstr>
      <vt:lpstr>Plan de demo &amp; historias de usuario implementadas</vt:lpstr>
      <vt:lpstr>Próximo sprint &amp; métricas</vt:lpstr>
      <vt:lpstr>Bugs encontrados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luca fueyo</cp:lastModifiedBy>
  <cp:revision>4</cp:revision>
  <dcterms:created xsi:type="dcterms:W3CDTF">2026-10-09T16:52:26Z</dcterms:created>
  <dcterms:modified xsi:type="dcterms:W3CDTF">2026-10-17T13:40:53Z</dcterms:modified>
</cp:coreProperties>
</file>