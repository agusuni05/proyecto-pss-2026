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11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23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41248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3E4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AuraHealth · Sala médica privada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271016"/>
            <a:ext cx="612648" cy="612648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AuraHealth</a:t>
            </a:r>
            <a:endParaRPr lang="en-US" sz="5400" dirty="0"/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841248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gestión para sala médica privada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251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Reunión de Demo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participantes: a confirmar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demo &amp; historias de usuario implementadas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60120" y="1709928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demo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60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del flujo completo de cada historia de usuario del sprint, sobre el sistema funcionando.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 el camino exitoso y al menos un caso de error/borde por cada US.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hora y participantes de la reunión: a confirmar con el equipo docente.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4480560"/>
            <a:ext cx="4572000" cy="0"/>
          </a:xfrm>
          <a:prstGeom prst="line">
            <a:avLst/>
          </a:prstGeom>
          <a:noFill/>
          <a:ln w="12700">
            <a:solidFill>
              <a:srgbClr val="CBDFD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 txBox="1"/>
          <p:nvPr/>
        </p:nvSpPr>
        <p:spPr>
          <a:xfrm>
            <a:off x="960120" y="4663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 de escenarios: ver documento “Plan de Demo – Sprint 2”.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6675120" y="170992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8653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implementadas (9)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25603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US-21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Infraestructura de envío de email (plantillas y reintentos)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US-24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Catálogo de vacunas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Búsqueda de turnos por especialidad/profesional/fecha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US-13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Reserva de turno con control de concurrencia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US-14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Confirmación de la reserva por email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US-15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Recordatorio automático de turno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US-16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Cancelación de turno con liberación del horario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US-18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estado del turno (cumplido/ausente/cancelado)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US-64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Reserva de turno a nombre de otra persona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sprint &amp; métricas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60120" y="1709928"/>
            <a:ext cx="685800" cy="685800"/>
          </a:xfrm>
          <a:prstGeom prst="ellipse">
            <a:avLst/>
          </a:prstGeom>
          <a:solidFill>
            <a:srgbClr val="05668D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hará en Sprint 3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14600"/>
            <a:ext cx="2251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US-63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Agenda del vacunatorio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US-33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Precio de consulta por obra social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US-32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Gestión de cobertura médica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US-39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Ficha de diagnóstico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US-45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Reporte de turnos por especialidad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US-48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Reporte de asistencia y ausentismo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US-30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Bloqueo de turnos de franja publicada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US-28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Turno de vacunación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US-34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Cálculo del importe según obra social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US-22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Aviso por email de franja bloqueada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reserva de 3 puntos para corrección de bugs del Sprint 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6675120" y="1709928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8653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del sprint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514600"/>
            <a:ext cx="4572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historias de usuario implementadas por sprint: A completar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bugs solucionados: A completar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bugs/errores encontrados luego de cada feature implementada: A completar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requerimientos implementados y aprobados sobre el total: A completar</a:t>
            </a:r>
            <a:r>
              <a:rPr lang="en-US" sz="115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tareas en curso simultáneamente: A completar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desde que una tarea entra al backlog hasta que llega a producción: A completar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HU que no se terminan en el sprint sobre el total de HU del sprint: A completar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 completar por el equipo con los datos reales del sprint.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211120" y="2514600"/>
            <a:ext cx="2251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US-40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Historial consolidado del profesional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US-41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Historial clínico del paciente (lectura)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US-62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Estudios adjuntos a la ficha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US-29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dosis aplicada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US-17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Turnos desde mostrador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US-35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pago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US-44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Auditoría de accesos al historial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US-57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Carnet de vacunación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US-36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Comprobante de pago en PDF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US-47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Reporte de pagos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encontrados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14400" y="167335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0136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6492240" y="167335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80136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2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0"/>
          <p:cNvSpPr/>
          <p:nvPr/>
        </p:nvSpPr>
        <p:spPr>
          <a:xfrm>
            <a:off x="914400" y="386791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99592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8130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3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44805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completar.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1792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4"/>
          <p:cNvSpPr/>
          <p:nvPr/>
        </p:nvSpPr>
        <p:spPr>
          <a:xfrm>
            <a:off x="6492240" y="386791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399592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38130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4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44805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completar.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planificada: 3 puntos para corrección de los bugs del Sprint 2 durante el Sprint 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raHealth">
  <a:themeElements>
    <a:clrScheme name="AuraHealth">
      <a:dk1>
        <a:srgbClr val="1B1B1B"/>
      </a:dk1>
      <a:lt1>
        <a:srgbClr val="FFFFFF"/>
      </a:lt1>
      <a:dk2>
        <a:srgbClr val="023E40"/>
      </a:dk2>
      <a:lt2>
        <a:srgbClr val="E9F5F3"/>
      </a:lt2>
      <a:accent1>
        <a:srgbClr val="028090"/>
      </a:accent1>
      <a:accent2>
        <a:srgbClr val="00A896"/>
      </a:accent2>
      <a:accent3>
        <a:srgbClr val="02C39A"/>
      </a:accent3>
      <a:accent4>
        <a:srgbClr val="05668D"/>
      </a:accent4>
      <a:accent5>
        <a:srgbClr val="D64550"/>
      </a:accent5>
      <a:accent6>
        <a:srgbClr val="F2A541"/>
      </a:accent6>
      <a:hlink>
        <a:srgbClr val="028090"/>
      </a:hlink>
      <a:folHlink>
        <a:srgbClr val="05668D"/>
      </a:folHlink>
    </a:clrScheme>
    <a:fontScheme name="AuraHeal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448</Words>
  <Application>Microsoft Office PowerPoint</Application>
  <PresentationFormat>Panorámica</PresentationFormat>
  <Paragraphs>55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AuraHealth</vt:lpstr>
      <vt:lpstr>AuraHealth</vt:lpstr>
      <vt:lpstr>Plan de demo &amp; historias de usuario implementadas</vt:lpstr>
      <vt:lpstr>Próximo sprint &amp; métricas</vt:lpstr>
      <vt:lpstr>Bugs encontrados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 fueyo</cp:lastModifiedBy>
  <cp:revision>3</cp:revision>
  <dcterms:created xsi:type="dcterms:W3CDTF">2026-10-09T16:52:26Z</dcterms:created>
  <dcterms:modified xsi:type="dcterms:W3CDTF">2026-10-09T17:03:02Z</dcterms:modified>
</cp:coreProperties>
</file>