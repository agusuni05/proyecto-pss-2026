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"/>
  </p:notesMasterIdLst>
  <p:sldIdLst>
    <p:sldId id="256" r:id="rId2"/>
    <p:sldId id="257" r:id="rId3"/>
    <p:sldId id="258" r:id="rId4"/>
    <p:sldId id="259" r:id="rId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599B165-E861-4DCA-BBFC-C5A17A7F5016}" v="8" dt="2026-10-22T18:50:03.03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1" d="100"/>
          <a:sy n="111" d="100"/>
        </p:scale>
        <p:origin x="55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12" Type="http://schemas.microsoft.com/office/2015/10/relationships/revisionInfo" Target="revisionInfo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microsoft.com/office/2016/11/relationships/changesInfo" Target="changesInfos/changesInfo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gustín Echavarría" userId="0dacd65e5bd92426" providerId="LiveId" clId="{20F5A9F9-590B-4571-87AC-ADBD672ECC31}"/>
    <pc:docChg chg="undo custSel modSld">
      <pc:chgData name="Agustín Echavarría" userId="0dacd65e5bd92426" providerId="LiveId" clId="{20F5A9F9-590B-4571-87AC-ADBD672ECC31}" dt="2026-10-22T19:32:40.835" v="1320" actId="20577"/>
      <pc:docMkLst>
        <pc:docMk/>
      </pc:docMkLst>
      <pc:sldChg chg="modSp mod">
        <pc:chgData name="Agustín Echavarría" userId="0dacd65e5bd92426" providerId="LiveId" clId="{20F5A9F9-590B-4571-87AC-ADBD672ECC31}" dt="2026-10-21T19:43:03.389" v="687" actId="20577"/>
        <pc:sldMkLst>
          <pc:docMk/>
          <pc:sldMk cId="0" sldId="256"/>
        </pc:sldMkLst>
        <pc:spChg chg="mod">
          <ac:chgData name="Agustín Echavarría" userId="0dacd65e5bd92426" providerId="LiveId" clId="{20F5A9F9-590B-4571-87AC-ADBD672ECC31}" dt="2026-10-21T19:21:03.474" v="396" actId="790"/>
          <ac:spMkLst>
            <pc:docMk/>
            <pc:sldMk cId="0" sldId="256"/>
            <ac:spMk id="2" creationId="{00000000-0000-0000-0000-000000000000}"/>
          </ac:spMkLst>
        </pc:spChg>
        <pc:spChg chg="mod">
          <ac:chgData name="Agustín Echavarría" userId="0dacd65e5bd92426" providerId="LiveId" clId="{20F5A9F9-590B-4571-87AC-ADBD672ECC31}" dt="2026-10-21T19:21:03.474" v="396" actId="790"/>
          <ac:spMkLst>
            <pc:docMk/>
            <pc:sldMk cId="0" sldId="256"/>
            <ac:spMk id="3" creationId="{00000000-0000-0000-0000-000000000000}"/>
          </ac:spMkLst>
        </pc:spChg>
        <pc:spChg chg="mod">
          <ac:chgData name="Agustín Echavarría" userId="0dacd65e5bd92426" providerId="LiveId" clId="{20F5A9F9-590B-4571-87AC-ADBD672ECC31}" dt="2026-10-21T19:21:03.474" v="396" actId="790"/>
          <ac:spMkLst>
            <pc:docMk/>
            <pc:sldMk cId="0" sldId="256"/>
            <ac:spMk id="4" creationId="{00000000-0000-0000-0000-000000000000}"/>
          </ac:spMkLst>
        </pc:spChg>
        <pc:spChg chg="mod">
          <ac:chgData name="Agustín Echavarría" userId="0dacd65e5bd92426" providerId="LiveId" clId="{20F5A9F9-590B-4571-87AC-ADBD672ECC31}" dt="2026-10-21T19:21:03.474" v="396" actId="790"/>
          <ac:spMkLst>
            <pc:docMk/>
            <pc:sldMk cId="0" sldId="256"/>
            <ac:spMk id="6" creationId="{00000000-0000-0000-0000-000000000000}"/>
          </ac:spMkLst>
        </pc:spChg>
        <pc:spChg chg="mod">
          <ac:chgData name="Agustín Echavarría" userId="0dacd65e5bd92426" providerId="LiveId" clId="{20F5A9F9-590B-4571-87AC-ADBD672ECC31}" dt="2026-10-21T19:21:03.474" v="396" actId="790"/>
          <ac:spMkLst>
            <pc:docMk/>
            <pc:sldMk cId="0" sldId="256"/>
            <ac:spMk id="7" creationId="{00000000-0000-0000-0000-000000000000}"/>
          </ac:spMkLst>
        </pc:spChg>
        <pc:spChg chg="mod">
          <ac:chgData name="Agustín Echavarría" userId="0dacd65e5bd92426" providerId="LiveId" clId="{20F5A9F9-590B-4571-87AC-ADBD672ECC31}" dt="2026-10-21T19:43:03.389" v="687" actId="20577"/>
          <ac:spMkLst>
            <pc:docMk/>
            <pc:sldMk cId="0" sldId="256"/>
            <ac:spMk id="8" creationId="{00000000-0000-0000-0000-000000000000}"/>
          </ac:spMkLst>
        </pc:spChg>
      </pc:sldChg>
      <pc:sldChg chg="modSp mod">
        <pc:chgData name="Agustín Echavarría" userId="0dacd65e5bd92426" providerId="LiveId" clId="{20F5A9F9-590B-4571-87AC-ADBD672ECC31}" dt="2026-10-22T19:25:01.644" v="1310" actId="20577"/>
        <pc:sldMkLst>
          <pc:docMk/>
          <pc:sldMk cId="0" sldId="257"/>
        </pc:sldMkLst>
        <pc:spChg chg="mod">
          <ac:chgData name="Agustín Echavarría" userId="0dacd65e5bd92426" providerId="LiveId" clId="{20F5A9F9-590B-4571-87AC-ADBD672ECC31}" dt="2026-10-21T19:21:03.474" v="396" actId="790"/>
          <ac:spMkLst>
            <pc:docMk/>
            <pc:sldMk cId="0" sldId="257"/>
            <ac:spMk id="2" creationId="{00000000-0000-0000-0000-000000000000}"/>
          </ac:spMkLst>
        </pc:spChg>
        <pc:spChg chg="mod">
          <ac:chgData name="Agustín Echavarría" userId="0dacd65e5bd92426" providerId="LiveId" clId="{20F5A9F9-590B-4571-87AC-ADBD672ECC31}" dt="2026-10-21T19:21:03.474" v="396" actId="790"/>
          <ac:spMkLst>
            <pc:docMk/>
            <pc:sldMk cId="0" sldId="257"/>
            <ac:spMk id="3" creationId="{00000000-0000-0000-0000-000000000000}"/>
          </ac:spMkLst>
        </pc:spChg>
        <pc:spChg chg="mod">
          <ac:chgData name="Agustín Echavarría" userId="0dacd65e5bd92426" providerId="LiveId" clId="{20F5A9F9-590B-4571-87AC-ADBD672ECC31}" dt="2026-10-21T19:21:03.474" v="396" actId="790"/>
          <ac:spMkLst>
            <pc:docMk/>
            <pc:sldMk cId="0" sldId="257"/>
            <ac:spMk id="6" creationId="{00000000-0000-0000-0000-000000000000}"/>
          </ac:spMkLst>
        </pc:spChg>
        <pc:spChg chg="mod">
          <ac:chgData name="Agustín Echavarría" userId="0dacd65e5bd92426" providerId="LiveId" clId="{20F5A9F9-590B-4571-87AC-ADBD672ECC31}" dt="2026-10-21T19:45:38.792" v="688" actId="20577"/>
          <ac:spMkLst>
            <pc:docMk/>
            <pc:sldMk cId="0" sldId="257"/>
            <ac:spMk id="7" creationId="{00000000-0000-0000-0000-000000000000}"/>
          </ac:spMkLst>
        </pc:spChg>
        <pc:spChg chg="mod">
          <ac:chgData name="Agustín Echavarría" userId="0dacd65e5bd92426" providerId="LiveId" clId="{20F5A9F9-590B-4571-87AC-ADBD672ECC31}" dt="2026-10-21T19:21:03.474" v="396" actId="790"/>
          <ac:spMkLst>
            <pc:docMk/>
            <pc:sldMk cId="0" sldId="257"/>
            <ac:spMk id="8" creationId="{00000000-0000-0000-0000-000000000000}"/>
          </ac:spMkLst>
        </pc:spChg>
        <pc:spChg chg="mod">
          <ac:chgData name="Agustín Echavarría" userId="0dacd65e5bd92426" providerId="LiveId" clId="{20F5A9F9-590B-4571-87AC-ADBD672ECC31}" dt="2026-10-22T18:50:22.631" v="967" actId="313"/>
          <ac:spMkLst>
            <pc:docMk/>
            <pc:sldMk cId="0" sldId="257"/>
            <ac:spMk id="9" creationId="{00000000-0000-0000-0000-000000000000}"/>
          </ac:spMkLst>
        </pc:spChg>
        <pc:spChg chg="mod">
          <ac:chgData name="Agustín Echavarría" userId="0dacd65e5bd92426" providerId="LiveId" clId="{20F5A9F9-590B-4571-87AC-ADBD672ECC31}" dt="2026-10-21T19:21:03.474" v="396" actId="790"/>
          <ac:spMkLst>
            <pc:docMk/>
            <pc:sldMk cId="0" sldId="257"/>
            <ac:spMk id="10" creationId="{00000000-0000-0000-0000-000000000000}"/>
          </ac:spMkLst>
        </pc:spChg>
        <pc:spChg chg="mod">
          <ac:chgData name="Agustín Echavarría" userId="0dacd65e5bd92426" providerId="LiveId" clId="{20F5A9F9-590B-4571-87AC-ADBD672ECC31}" dt="2026-10-21T19:21:03.474" v="396" actId="790"/>
          <ac:spMkLst>
            <pc:docMk/>
            <pc:sldMk cId="0" sldId="257"/>
            <ac:spMk id="11" creationId="{00000000-0000-0000-0000-000000000000}"/>
          </ac:spMkLst>
        </pc:spChg>
        <pc:spChg chg="mod">
          <ac:chgData name="Agustín Echavarría" userId="0dacd65e5bd92426" providerId="LiveId" clId="{20F5A9F9-590B-4571-87AC-ADBD672ECC31}" dt="2026-10-22T19:25:01.644" v="1310" actId="20577"/>
          <ac:spMkLst>
            <pc:docMk/>
            <pc:sldMk cId="0" sldId="257"/>
            <ac:spMk id="13" creationId="{00000000-0000-0000-0000-000000000000}"/>
          </ac:spMkLst>
        </pc:spChg>
        <pc:spChg chg="mod">
          <ac:chgData name="Agustín Echavarría" userId="0dacd65e5bd92426" providerId="LiveId" clId="{20F5A9F9-590B-4571-87AC-ADBD672ECC31}" dt="2026-10-22T19:20:06.381" v="1296" actId="400"/>
          <ac:spMkLst>
            <pc:docMk/>
            <pc:sldMk cId="0" sldId="257"/>
            <ac:spMk id="14" creationId="{00000000-0000-0000-0000-000000000000}"/>
          </ac:spMkLst>
        </pc:spChg>
        <pc:spChg chg="mod">
          <ac:chgData name="Agustín Echavarría" userId="0dacd65e5bd92426" providerId="LiveId" clId="{20F5A9F9-590B-4571-87AC-ADBD672ECC31}" dt="2026-10-21T19:21:03.474" v="396" actId="790"/>
          <ac:spMkLst>
            <pc:docMk/>
            <pc:sldMk cId="0" sldId="257"/>
            <ac:spMk id="25" creationId="{00000000-0000-0000-0000-000000000000}"/>
          </ac:spMkLst>
        </pc:spChg>
      </pc:sldChg>
      <pc:sldChg chg="delSp modSp mod">
        <pc:chgData name="Agustín Echavarría" userId="0dacd65e5bd92426" providerId="LiveId" clId="{20F5A9F9-590B-4571-87AC-ADBD672ECC31}" dt="2026-10-22T19:32:40.835" v="1320" actId="20577"/>
        <pc:sldMkLst>
          <pc:docMk/>
          <pc:sldMk cId="0" sldId="258"/>
        </pc:sldMkLst>
        <pc:spChg chg="mod">
          <ac:chgData name="Agustín Echavarría" userId="0dacd65e5bd92426" providerId="LiveId" clId="{20F5A9F9-590B-4571-87AC-ADBD672ECC31}" dt="2026-10-21T19:21:03.474" v="396" actId="790"/>
          <ac:spMkLst>
            <pc:docMk/>
            <pc:sldMk cId="0" sldId="258"/>
            <ac:spMk id="2" creationId="{00000000-0000-0000-0000-000000000000}"/>
          </ac:spMkLst>
        </pc:spChg>
        <pc:spChg chg="mod">
          <ac:chgData name="Agustín Echavarría" userId="0dacd65e5bd92426" providerId="LiveId" clId="{20F5A9F9-590B-4571-87AC-ADBD672ECC31}" dt="2026-10-21T19:21:03.474" v="396" actId="790"/>
          <ac:spMkLst>
            <pc:docMk/>
            <pc:sldMk cId="0" sldId="258"/>
            <ac:spMk id="3" creationId="{00000000-0000-0000-0000-000000000000}"/>
          </ac:spMkLst>
        </pc:spChg>
        <pc:spChg chg="mod">
          <ac:chgData name="Agustín Echavarría" userId="0dacd65e5bd92426" providerId="LiveId" clId="{20F5A9F9-590B-4571-87AC-ADBD672ECC31}" dt="2026-10-21T19:21:03.474" v="396" actId="790"/>
          <ac:spMkLst>
            <pc:docMk/>
            <pc:sldMk cId="0" sldId="258"/>
            <ac:spMk id="4" creationId="{00000000-0000-0000-0000-000000000000}"/>
          </ac:spMkLst>
        </pc:spChg>
        <pc:spChg chg="mod">
          <ac:chgData name="Agustín Echavarría" userId="0dacd65e5bd92426" providerId="LiveId" clId="{20F5A9F9-590B-4571-87AC-ADBD672ECC31}" dt="2026-10-22T18:51:52.370" v="1046" actId="20577"/>
          <ac:spMkLst>
            <pc:docMk/>
            <pc:sldMk cId="0" sldId="258"/>
            <ac:spMk id="6" creationId="{00000000-0000-0000-0000-000000000000}"/>
          </ac:spMkLst>
        </pc:spChg>
        <pc:spChg chg="mod">
          <ac:chgData name="Agustín Echavarría" userId="0dacd65e5bd92426" providerId="LiveId" clId="{20F5A9F9-590B-4571-87AC-ADBD672ECC31}" dt="2026-10-21T19:21:03.474" v="396" actId="790"/>
          <ac:spMkLst>
            <pc:docMk/>
            <pc:sldMk cId="0" sldId="258"/>
            <ac:spMk id="7" creationId="{00000000-0000-0000-0000-000000000000}"/>
          </ac:spMkLst>
        </pc:spChg>
        <pc:spChg chg="mod">
          <ac:chgData name="Agustín Echavarría" userId="0dacd65e5bd92426" providerId="LiveId" clId="{20F5A9F9-590B-4571-87AC-ADBD672ECC31}" dt="2026-10-21T19:21:03.474" v="396" actId="790"/>
          <ac:spMkLst>
            <pc:docMk/>
            <pc:sldMk cId="0" sldId="258"/>
            <ac:spMk id="9" creationId="{00000000-0000-0000-0000-000000000000}"/>
          </ac:spMkLst>
        </pc:spChg>
        <pc:spChg chg="mod">
          <ac:chgData name="Agustín Echavarría" userId="0dacd65e5bd92426" providerId="LiveId" clId="{20F5A9F9-590B-4571-87AC-ADBD672ECC31}" dt="2026-10-21T19:21:03.474" v="396" actId="790"/>
          <ac:spMkLst>
            <pc:docMk/>
            <pc:sldMk cId="0" sldId="258"/>
            <ac:spMk id="10" creationId="{00000000-0000-0000-0000-000000000000}"/>
          </ac:spMkLst>
        </pc:spChg>
        <pc:spChg chg="mod">
          <ac:chgData name="Agustín Echavarría" userId="0dacd65e5bd92426" providerId="LiveId" clId="{20F5A9F9-590B-4571-87AC-ADBD672ECC31}" dt="2026-10-22T19:32:40.835" v="1320" actId="20577"/>
          <ac:spMkLst>
            <pc:docMk/>
            <pc:sldMk cId="0" sldId="258"/>
            <ac:spMk id="13" creationId="{00000000-0000-0000-0000-000000000000}"/>
          </ac:spMkLst>
        </pc:spChg>
        <pc:spChg chg="del mod">
          <ac:chgData name="Agustín Echavarría" userId="0dacd65e5bd92426" providerId="LiveId" clId="{20F5A9F9-590B-4571-87AC-ADBD672ECC31}" dt="2026-10-21T19:22:28.630" v="440" actId="478"/>
          <ac:spMkLst>
            <pc:docMk/>
            <pc:sldMk cId="0" sldId="258"/>
            <ac:spMk id="14" creationId="{00000000-0000-0000-0000-000000000000}"/>
          </ac:spMkLst>
        </pc:spChg>
        <pc:spChg chg="mod">
          <ac:chgData name="Agustín Echavarría" userId="0dacd65e5bd92426" providerId="LiveId" clId="{20F5A9F9-590B-4571-87AC-ADBD672ECC31}" dt="2026-10-21T19:21:03.474" v="396" actId="790"/>
          <ac:spMkLst>
            <pc:docMk/>
            <pc:sldMk cId="0" sldId="258"/>
            <ac:spMk id="25" creationId="{00000000-0000-0000-0000-000000000000}"/>
          </ac:spMkLst>
        </pc:spChg>
      </pc:sldChg>
      <pc:sldChg chg="addSp delSp modSp mod">
        <pc:chgData name="Agustín Echavarría" userId="0dacd65e5bd92426" providerId="LiveId" clId="{20F5A9F9-590B-4571-87AC-ADBD672ECC31}" dt="2026-10-22T19:24:06.176" v="1306" actId="1076"/>
        <pc:sldMkLst>
          <pc:docMk/>
          <pc:sldMk cId="0" sldId="259"/>
        </pc:sldMkLst>
        <pc:spChg chg="mod">
          <ac:chgData name="Agustín Echavarría" userId="0dacd65e5bd92426" providerId="LiveId" clId="{20F5A9F9-590B-4571-87AC-ADBD672ECC31}" dt="2026-10-21T19:21:03.474" v="396" actId="790"/>
          <ac:spMkLst>
            <pc:docMk/>
            <pc:sldMk cId="0" sldId="259"/>
            <ac:spMk id="2" creationId="{00000000-0000-0000-0000-000000000000}"/>
          </ac:spMkLst>
        </pc:spChg>
        <pc:spChg chg="mod">
          <ac:chgData name="Agustín Echavarría" userId="0dacd65e5bd92426" providerId="LiveId" clId="{20F5A9F9-590B-4571-87AC-ADBD672ECC31}" dt="2026-10-21T19:21:03.474" v="396" actId="790"/>
          <ac:spMkLst>
            <pc:docMk/>
            <pc:sldMk cId="0" sldId="259"/>
            <ac:spMk id="6" creationId="{00000000-0000-0000-0000-000000000000}"/>
          </ac:spMkLst>
        </pc:spChg>
        <pc:spChg chg="mod">
          <ac:chgData name="Agustín Echavarría" userId="0dacd65e5bd92426" providerId="LiveId" clId="{20F5A9F9-590B-4571-87AC-ADBD672ECC31}" dt="2026-10-22T18:58:42.386" v="1140" actId="20577"/>
          <ac:spMkLst>
            <pc:docMk/>
            <pc:sldMk cId="0" sldId="259"/>
            <ac:spMk id="7" creationId="{00000000-0000-0000-0000-000000000000}"/>
          </ac:spMkLst>
        </pc:spChg>
        <pc:spChg chg="mod">
          <ac:chgData name="Agustín Echavarría" userId="0dacd65e5bd92426" providerId="LiveId" clId="{20F5A9F9-590B-4571-87AC-ADBD672ECC31}" dt="2026-10-21T19:21:03.474" v="396" actId="790"/>
          <ac:spMkLst>
            <pc:docMk/>
            <pc:sldMk cId="0" sldId="259"/>
            <ac:spMk id="8" creationId="{00000000-0000-0000-0000-000000000000}"/>
          </ac:spMkLst>
        </pc:spChg>
        <pc:spChg chg="mod">
          <ac:chgData name="Agustín Echavarría" userId="0dacd65e5bd92426" providerId="LiveId" clId="{20F5A9F9-590B-4571-87AC-ADBD672ECC31}" dt="2026-10-21T19:21:03.474" v="396" actId="790"/>
          <ac:spMkLst>
            <pc:docMk/>
            <pc:sldMk cId="0" sldId="259"/>
            <ac:spMk id="9" creationId="{00000000-0000-0000-0000-000000000000}"/>
          </ac:spMkLst>
        </pc:spChg>
        <pc:spChg chg="mod">
          <ac:chgData name="Agustín Echavarría" userId="0dacd65e5bd92426" providerId="LiveId" clId="{20F5A9F9-590B-4571-87AC-ADBD672ECC31}" dt="2026-10-21T19:21:03.474" v="396" actId="790"/>
          <ac:spMkLst>
            <pc:docMk/>
            <pc:sldMk cId="0" sldId="259"/>
            <ac:spMk id="11" creationId="{00000000-0000-0000-0000-000000000000}"/>
          </ac:spMkLst>
        </pc:spChg>
        <pc:spChg chg="mod">
          <ac:chgData name="Agustín Echavarría" userId="0dacd65e5bd92426" providerId="LiveId" clId="{20F5A9F9-590B-4571-87AC-ADBD672ECC31}" dt="2026-10-22T19:06:43.586" v="1224" actId="20577"/>
          <ac:spMkLst>
            <pc:docMk/>
            <pc:sldMk cId="0" sldId="259"/>
            <ac:spMk id="12" creationId="{00000000-0000-0000-0000-000000000000}"/>
          </ac:spMkLst>
        </pc:spChg>
        <pc:spChg chg="mod">
          <ac:chgData name="Agustín Echavarría" userId="0dacd65e5bd92426" providerId="LiveId" clId="{20F5A9F9-590B-4571-87AC-ADBD672ECC31}" dt="2026-10-22T19:24:06.176" v="1306" actId="1076"/>
          <ac:spMkLst>
            <pc:docMk/>
            <pc:sldMk cId="0" sldId="259"/>
            <ac:spMk id="13" creationId="{00000000-0000-0000-0000-000000000000}"/>
          </ac:spMkLst>
        </pc:spChg>
        <pc:spChg chg="mod">
          <ac:chgData name="Agustín Echavarría" userId="0dacd65e5bd92426" providerId="LiveId" clId="{20F5A9F9-590B-4571-87AC-ADBD672ECC31}" dt="2026-10-22T19:24:06.176" v="1306" actId="1076"/>
          <ac:spMkLst>
            <pc:docMk/>
            <pc:sldMk cId="0" sldId="259"/>
            <ac:spMk id="14" creationId="{00000000-0000-0000-0000-000000000000}"/>
          </ac:spMkLst>
        </pc:spChg>
        <pc:spChg chg="mod">
          <ac:chgData name="Agustín Echavarría" userId="0dacd65e5bd92426" providerId="LiveId" clId="{20F5A9F9-590B-4571-87AC-ADBD672ECC31}" dt="2026-10-22T19:24:06.176" v="1306" actId="1076"/>
          <ac:spMkLst>
            <pc:docMk/>
            <pc:sldMk cId="0" sldId="259"/>
            <ac:spMk id="16" creationId="{00000000-0000-0000-0000-000000000000}"/>
          </ac:spMkLst>
        </pc:spChg>
        <pc:spChg chg="mod">
          <ac:chgData name="Agustín Echavarría" userId="0dacd65e5bd92426" providerId="LiveId" clId="{20F5A9F9-590B-4571-87AC-ADBD672ECC31}" dt="2026-10-22T19:24:06.176" v="1306" actId="1076"/>
          <ac:spMkLst>
            <pc:docMk/>
            <pc:sldMk cId="0" sldId="259"/>
            <ac:spMk id="17" creationId="{00000000-0000-0000-0000-000000000000}"/>
          </ac:spMkLst>
        </pc:spChg>
        <pc:spChg chg="del">
          <ac:chgData name="Agustín Echavarría" userId="0dacd65e5bd92426" providerId="LiveId" clId="{20F5A9F9-590B-4571-87AC-ADBD672ECC31}" dt="2026-10-22T19:23:51.342" v="1297" actId="478"/>
          <ac:spMkLst>
            <pc:docMk/>
            <pc:sldMk cId="0" sldId="259"/>
            <ac:spMk id="18" creationId="{00000000-0000-0000-0000-000000000000}"/>
          </ac:spMkLst>
        </pc:spChg>
        <pc:spChg chg="del">
          <ac:chgData name="Agustín Echavarría" userId="0dacd65e5bd92426" providerId="LiveId" clId="{20F5A9F9-590B-4571-87AC-ADBD672ECC31}" dt="2026-10-22T19:23:53.512" v="1300" actId="478"/>
          <ac:spMkLst>
            <pc:docMk/>
            <pc:sldMk cId="0" sldId="259"/>
            <ac:spMk id="19" creationId="{00000000-0000-0000-0000-000000000000}"/>
          </ac:spMkLst>
        </pc:spChg>
        <pc:spChg chg="del mod">
          <ac:chgData name="Agustín Echavarría" userId="0dacd65e5bd92426" providerId="LiveId" clId="{20F5A9F9-590B-4571-87AC-ADBD672ECC31}" dt="2026-10-22T19:23:52.913" v="1299" actId="478"/>
          <ac:spMkLst>
            <pc:docMk/>
            <pc:sldMk cId="0" sldId="259"/>
            <ac:spMk id="21" creationId="{00000000-0000-0000-0000-000000000000}"/>
          </ac:spMkLst>
        </pc:spChg>
        <pc:spChg chg="del mod">
          <ac:chgData name="Agustín Echavarría" userId="0dacd65e5bd92426" providerId="LiveId" clId="{20F5A9F9-590B-4571-87AC-ADBD672ECC31}" dt="2026-10-22T19:23:55.150" v="1303" actId="478"/>
          <ac:spMkLst>
            <pc:docMk/>
            <pc:sldMk cId="0" sldId="259"/>
            <ac:spMk id="22" creationId="{00000000-0000-0000-0000-000000000000}"/>
          </ac:spMkLst>
        </pc:spChg>
        <pc:spChg chg="add del">
          <ac:chgData name="Agustín Echavarría" userId="0dacd65e5bd92426" providerId="LiveId" clId="{20F5A9F9-590B-4571-87AC-ADBD672ECC31}" dt="2026-10-22T19:08:46.829" v="1226" actId="478"/>
          <ac:spMkLst>
            <pc:docMk/>
            <pc:sldMk cId="0" sldId="259"/>
            <ac:spMk id="23" creationId="{00000000-0000-0000-0000-000000000000}"/>
          </ac:spMkLst>
        </pc:spChg>
        <pc:picChg chg="mod">
          <ac:chgData name="Agustín Echavarría" userId="0dacd65e5bd92426" providerId="LiveId" clId="{20F5A9F9-590B-4571-87AC-ADBD672ECC31}" dt="2026-10-22T19:24:06.176" v="1306" actId="1076"/>
          <ac:picMkLst>
            <pc:docMk/>
            <pc:sldMk cId="0" sldId="259"/>
            <ac:picMk id="15" creationId="{00000000-0000-0000-0000-000000000000}"/>
          </ac:picMkLst>
        </pc:picChg>
        <pc:picChg chg="del">
          <ac:chgData name="Agustín Echavarría" userId="0dacd65e5bd92426" providerId="LiveId" clId="{20F5A9F9-590B-4571-87AC-ADBD672ECC31}" dt="2026-10-22T19:23:54.076" v="1301" actId="478"/>
          <ac:picMkLst>
            <pc:docMk/>
            <pc:sldMk cId="0" sldId="259"/>
            <ac:picMk id="20" creationId="{00000000-0000-0000-0000-000000000000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5411545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SLIDE">
    <p:bg>
      <p:bgPr>
        <a:solidFill>
          <a:srgbClr val="023E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822960" y="2331720"/>
            <a:ext cx="1051560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marL="0" indent="0" algn="l">
              <a:buNone/>
            </a:pPr>
            <a:endParaRPr lang="en-US" sz="5400" dirty="0"/>
          </a:p>
        </p:txBody>
      </p:sp>
      <p:sp>
        <p:nvSpPr>
          <p:cNvPr id="3" name="Text 0"/>
          <p:cNvSpPr>
            <a:spLocks noGrp="1"/>
          </p:cNvSpPr>
          <p:nvPr>
            <p:ph type="body" idx="101" hasCustomPrompt="1"/>
          </p:nvPr>
        </p:nvSpPr>
        <p:spPr>
          <a:xfrm>
            <a:off x="841248" y="3429000"/>
            <a:ext cx="9601200" cy="54864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20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marL="0" indent="0" algn="l">
              <a:buNone/>
            </a:pPr>
            <a:endParaRPr lang="en-US" sz="2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_SLID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23E40"/>
          </a:solidFill>
          <a:ln/>
        </p:spPr>
      </p:sp>
      <p:sp>
        <p:nvSpPr>
          <p:cNvPr id="3" name="Text 1"/>
          <p:cNvSpPr>
            <a:spLocks noGrp="1"/>
          </p:cNvSpPr>
          <p:nvPr>
            <p:ph type="title" idx="101" hasCustomPrompt="1"/>
          </p:nvPr>
        </p:nvSpPr>
        <p:spPr>
          <a:xfrm>
            <a:off x="640080" y="201168"/>
            <a:ext cx="10515600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marL="0" indent="0" algn="l">
              <a:buNone/>
            </a:pPr>
            <a:endParaRPr lang="en-US" sz="3000" dirty="0"/>
          </a:p>
        </p:txBody>
      </p:sp>
      <p:sp>
        <p:nvSpPr>
          <p:cNvPr id="4" name="Text 1"/>
          <p:cNvSpPr/>
          <p:nvPr/>
        </p:nvSpPr>
        <p:spPr>
          <a:xfrm>
            <a:off x="640080" y="6537960"/>
            <a:ext cx="10881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AuraHealth · Sala médica privada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12880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7A7A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12880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7A7A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418320" y="-1280160"/>
            <a:ext cx="4206240" cy="4206240"/>
          </a:xfrm>
          <a:prstGeom prst="ellipse">
            <a:avLst/>
          </a:prstGeom>
          <a:solidFill>
            <a:srgbClr val="028090">
              <a:alpha val="45000"/>
            </a:srgbClr>
          </a:solidFill>
          <a:ln/>
        </p:spPr>
        <p:txBody>
          <a:bodyPr/>
          <a:lstStyle/>
          <a:p>
            <a:endParaRPr lang="es-AR" noProof="0" dirty="0"/>
          </a:p>
        </p:txBody>
      </p:sp>
      <p:sp>
        <p:nvSpPr>
          <p:cNvPr id="3" name="Shape 1"/>
          <p:cNvSpPr/>
          <p:nvPr/>
        </p:nvSpPr>
        <p:spPr>
          <a:xfrm>
            <a:off x="10607040" y="4480560"/>
            <a:ext cx="2926080" cy="2926080"/>
          </a:xfrm>
          <a:prstGeom prst="ellipse">
            <a:avLst/>
          </a:prstGeom>
          <a:solidFill>
            <a:srgbClr val="02C39A">
              <a:alpha val="40000"/>
            </a:srgbClr>
          </a:solidFill>
          <a:ln/>
        </p:spPr>
        <p:txBody>
          <a:bodyPr/>
          <a:lstStyle/>
          <a:p>
            <a:endParaRPr lang="es-AR" noProof="0" dirty="0"/>
          </a:p>
        </p:txBody>
      </p:sp>
      <p:sp>
        <p:nvSpPr>
          <p:cNvPr id="4" name="Shape 2"/>
          <p:cNvSpPr/>
          <p:nvPr/>
        </p:nvSpPr>
        <p:spPr>
          <a:xfrm>
            <a:off x="822960" y="1051560"/>
            <a:ext cx="1051560" cy="1051560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s-AR" noProof="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2416" y="1271016"/>
            <a:ext cx="612648" cy="612648"/>
          </a:xfrm>
          <a:prstGeom prst="rect">
            <a:avLst/>
          </a:prstGeom>
        </p:spPr>
      </p:pic>
      <p:sp>
        <p:nvSpPr>
          <p:cNvPr id="6" name="Text 0"/>
          <p:cNvSpPr>
            <a:spLocks noGrp="1"/>
          </p:cNvSpPr>
          <p:nvPr>
            <p:ph type="title" idx="100" hasCustomPrompt="1"/>
          </p:nvPr>
        </p:nvSpPr>
        <p:spPr>
          <a:xfrm>
            <a:off x="822960" y="2331720"/>
            <a:ext cx="10515600" cy="118872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marL="0" indent="0" algn="l">
              <a:buNone/>
            </a:pPr>
            <a:r>
              <a:rPr lang="es-AR" sz="5400" b="1" noProof="0" dirty="0" err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AuraHealth</a:t>
            </a:r>
            <a:endParaRPr lang="es-AR" sz="5400" noProof="0" dirty="0"/>
          </a:p>
        </p:txBody>
      </p:sp>
      <p:sp>
        <p:nvSpPr>
          <p:cNvPr id="7" name="Text 0"/>
          <p:cNvSpPr>
            <a:spLocks noGrp="1"/>
          </p:cNvSpPr>
          <p:nvPr>
            <p:ph type="body" idx="101" hasCustomPrompt="1"/>
          </p:nvPr>
        </p:nvSpPr>
        <p:spPr>
          <a:xfrm>
            <a:off x="841248" y="3429000"/>
            <a:ext cx="9601200" cy="54864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marL="0" indent="0" algn="l">
              <a:buNone/>
            </a:pPr>
            <a:r>
              <a:rPr lang="es-AR" sz="2000" noProof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integral de gestión para sala médica privada</a:t>
            </a:r>
            <a:endParaRPr lang="es-AR" sz="2000" noProof="0" dirty="0"/>
          </a:p>
        </p:txBody>
      </p:sp>
      <p:sp>
        <p:nvSpPr>
          <p:cNvPr id="8" name="Text 5"/>
          <p:cNvSpPr txBox="1"/>
          <p:nvPr/>
        </p:nvSpPr>
        <p:spPr>
          <a:xfrm>
            <a:off x="841248" y="425196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AR" sz="15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2 — Reunión de Demo – Servicio de correo – Flujo de turnos - Vacunas</a:t>
            </a:r>
            <a:endParaRPr lang="es-AR" sz="1500" noProof="0" dirty="0"/>
          </a:p>
          <a:p>
            <a:r>
              <a:rPr lang="es-AR" sz="1500" i="1" dirty="0" err="1">
                <a:solidFill>
                  <a:srgbClr val="BFE3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Comision</a:t>
            </a:r>
            <a:r>
              <a:rPr lang="es-AR" sz="1500" i="1" dirty="0">
                <a:solidFill>
                  <a:srgbClr val="BFE3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6 – Presenta Agustín Echavarría – 22/10/2026 19 </a:t>
            </a:r>
            <a:r>
              <a:rPr lang="es-AR" sz="1500" i="1" dirty="0" err="1">
                <a:solidFill>
                  <a:srgbClr val="BFE3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hs</a:t>
            </a:r>
            <a:endParaRPr lang="es-AR" sz="1500" noProof="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640080" y="201168"/>
            <a:ext cx="10515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s-AR" sz="3000" b="1" noProof="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Plan de demo &amp; historias de usuario implementadas</a:t>
            </a:r>
            <a:endParaRPr lang="es-AR" sz="3000" noProof="0" dirty="0"/>
          </a:p>
        </p:txBody>
      </p:sp>
      <p:sp>
        <p:nvSpPr>
          <p:cNvPr id="3" name="Shape 1"/>
          <p:cNvSpPr/>
          <p:nvPr/>
        </p:nvSpPr>
        <p:spPr>
          <a:xfrm>
            <a:off x="640080" y="1417320"/>
            <a:ext cx="5212080" cy="4892040"/>
          </a:xfrm>
          <a:prstGeom prst="roundRect">
            <a:avLst>
              <a:gd name="adj" fmla="val 2243"/>
            </a:avLst>
          </a:prstGeom>
          <a:solidFill>
            <a:srgbClr val="E9F5F3"/>
          </a:solidFill>
          <a:ln/>
          <a:effectLst>
            <a:outerShdw blurRad="101600" dist="38100" dir="5400000" algn="bl" rotWithShape="0">
              <a:srgbClr val="1B1B1B">
                <a:alpha val="18000"/>
              </a:srgbClr>
            </a:outerShdw>
          </a:effectLst>
        </p:spPr>
        <p:txBody>
          <a:bodyPr/>
          <a:lstStyle/>
          <a:p>
            <a:endParaRPr lang="es-AR" noProof="0" dirty="0"/>
          </a:p>
        </p:txBody>
      </p:sp>
      <p:sp>
        <p:nvSpPr>
          <p:cNvPr id="4" name="Shape 2"/>
          <p:cNvSpPr/>
          <p:nvPr/>
        </p:nvSpPr>
        <p:spPr>
          <a:xfrm>
            <a:off x="960120" y="1709928"/>
            <a:ext cx="685800" cy="685800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s-AR" noProof="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5568" y="1865376"/>
            <a:ext cx="384048" cy="384048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783080" y="169164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AR" sz="2000" b="1" noProof="0" dirty="0">
                <a:solidFill>
                  <a:srgbClr val="023E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Plan de demo</a:t>
            </a:r>
            <a:endParaRPr lang="es-AR" sz="2000" noProof="0" dirty="0"/>
          </a:p>
        </p:txBody>
      </p:sp>
      <p:sp>
        <p:nvSpPr>
          <p:cNvPr id="7" name="Text 4"/>
          <p:cNvSpPr txBox="1"/>
          <p:nvPr/>
        </p:nvSpPr>
        <p:spPr>
          <a:xfrm>
            <a:off x="960120" y="2560320"/>
            <a:ext cx="45720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s-AR" sz="1400" noProof="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en vivo del flujo completo de cada historia de usuario del sprint, sobre el sistema funcionando.</a:t>
            </a:r>
            <a:endParaRPr lang="es-AR" sz="1400" noProof="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s-AR" sz="1400" noProof="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recorre el camino exitoso y al menos un caso de error/borde por cada US.</a:t>
            </a:r>
            <a:endParaRPr lang="es-AR" sz="1400" noProof="0" dirty="0"/>
          </a:p>
        </p:txBody>
      </p:sp>
      <p:sp>
        <p:nvSpPr>
          <p:cNvPr id="8" name="Shape 5"/>
          <p:cNvSpPr/>
          <p:nvPr/>
        </p:nvSpPr>
        <p:spPr>
          <a:xfrm>
            <a:off x="960120" y="4480560"/>
            <a:ext cx="4572000" cy="0"/>
          </a:xfrm>
          <a:prstGeom prst="line">
            <a:avLst/>
          </a:prstGeom>
          <a:noFill/>
          <a:ln w="12700">
            <a:solidFill>
              <a:srgbClr val="CBDFDB"/>
            </a:solidFill>
            <a:prstDash val="solid"/>
          </a:ln>
        </p:spPr>
        <p:txBody>
          <a:bodyPr/>
          <a:lstStyle/>
          <a:p>
            <a:endParaRPr lang="es-AR" noProof="0" dirty="0"/>
          </a:p>
        </p:txBody>
      </p:sp>
      <p:sp>
        <p:nvSpPr>
          <p:cNvPr id="9" name="Text 6"/>
          <p:cNvSpPr txBox="1"/>
          <p:nvPr/>
        </p:nvSpPr>
        <p:spPr>
          <a:xfrm>
            <a:off x="944880" y="4663439"/>
            <a:ext cx="4572000" cy="16459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AR" sz="1250" noProof="0" dirty="0"/>
              <a:t>Escenarios de esta demo: </a:t>
            </a:r>
          </a:p>
          <a:p>
            <a:pPr marL="0" indent="0">
              <a:buNone/>
            </a:pPr>
            <a:r>
              <a:rPr lang="es-AR" sz="1250" noProof="0" dirty="0"/>
              <a:t>-Edición de plantillas de correo.</a:t>
            </a:r>
          </a:p>
          <a:p>
            <a:pPr marL="0" indent="0">
              <a:buNone/>
            </a:pPr>
            <a:r>
              <a:rPr lang="es-AR" sz="1250" noProof="0" dirty="0"/>
              <a:t>-Manejo de catálogo de vacunas.</a:t>
            </a:r>
          </a:p>
          <a:p>
            <a:pPr marL="0" indent="0">
              <a:buNone/>
            </a:pPr>
            <a:r>
              <a:rPr lang="es-AR" sz="1250" noProof="0" dirty="0"/>
              <a:t>-Búsqueda </a:t>
            </a:r>
            <a:r>
              <a:rPr lang="es-AR" sz="1250" dirty="0"/>
              <a:t>de turnos médicos.</a:t>
            </a:r>
          </a:p>
          <a:p>
            <a:pPr marL="0" indent="0">
              <a:buNone/>
            </a:pPr>
            <a:r>
              <a:rPr lang="es-AR" sz="1250" noProof="0" dirty="0"/>
              <a:t>-Confirmación de re</a:t>
            </a:r>
            <a:r>
              <a:rPr lang="es-AR" sz="1250" dirty="0"/>
              <a:t>servas por email.</a:t>
            </a:r>
            <a:endParaRPr lang="es-AR" sz="1250" noProof="0" dirty="0"/>
          </a:p>
          <a:p>
            <a:pPr marL="0" indent="0">
              <a:buNone/>
            </a:pPr>
            <a:r>
              <a:rPr lang="es-AR" sz="1250" noProof="0" dirty="0"/>
              <a:t>-Registro de estado de turnos.</a:t>
            </a:r>
          </a:p>
          <a:p>
            <a:pPr marL="0" indent="0">
              <a:buNone/>
            </a:pPr>
            <a:r>
              <a:rPr lang="es-AR" sz="1250" noProof="0" dirty="0"/>
              <a:t>-Revisión de bugs anteriores.</a:t>
            </a:r>
          </a:p>
        </p:txBody>
      </p:sp>
      <p:sp>
        <p:nvSpPr>
          <p:cNvPr id="10" name="Shape 7"/>
          <p:cNvSpPr/>
          <p:nvPr/>
        </p:nvSpPr>
        <p:spPr>
          <a:xfrm>
            <a:off x="6355080" y="1417320"/>
            <a:ext cx="5212080" cy="4892040"/>
          </a:xfrm>
          <a:prstGeom prst="roundRect">
            <a:avLst>
              <a:gd name="adj" fmla="val 2243"/>
            </a:avLst>
          </a:prstGeom>
          <a:solidFill>
            <a:srgbClr val="E9F5F3"/>
          </a:solidFill>
          <a:ln/>
          <a:effectLst>
            <a:outerShdw blurRad="101600" dist="38100" dir="5400000" algn="bl" rotWithShape="0">
              <a:srgbClr val="1B1B1B">
                <a:alpha val="18000"/>
              </a:srgbClr>
            </a:outerShdw>
          </a:effectLst>
        </p:spPr>
        <p:txBody>
          <a:bodyPr/>
          <a:lstStyle/>
          <a:p>
            <a:endParaRPr lang="es-AR" noProof="0" dirty="0"/>
          </a:p>
        </p:txBody>
      </p:sp>
      <p:sp>
        <p:nvSpPr>
          <p:cNvPr id="11" name="Shape 8"/>
          <p:cNvSpPr/>
          <p:nvPr/>
        </p:nvSpPr>
        <p:spPr>
          <a:xfrm>
            <a:off x="6675120" y="1709928"/>
            <a:ext cx="685800" cy="685800"/>
          </a:xfrm>
          <a:prstGeom prst="ellipse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es-AR" noProof="0" dirty="0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30568" y="1865376"/>
            <a:ext cx="384048" cy="384048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7498080" y="1691640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AR" sz="2000" b="1" noProof="0" dirty="0">
                <a:solidFill>
                  <a:srgbClr val="023E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 implementadas (</a:t>
            </a:r>
            <a:r>
              <a:rPr lang="es-AR" sz="2000" b="1" dirty="0">
                <a:solidFill>
                  <a:srgbClr val="023E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r>
              <a:rPr lang="es-AR" sz="2000" b="1" noProof="0" dirty="0">
                <a:solidFill>
                  <a:srgbClr val="023E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)</a:t>
            </a:r>
          </a:p>
          <a:p>
            <a:pPr marL="0" indent="0">
              <a:buNone/>
            </a:pPr>
            <a:r>
              <a:rPr lang="es-AR" sz="2000" b="1" dirty="0">
                <a:solidFill>
                  <a:srgbClr val="023E40"/>
                </a:solidFill>
                <a:latin typeface="Cambria" pitchFamily="34" charset="0"/>
                <a:ea typeface="Cambria" pitchFamily="34" charset="-122"/>
              </a:rPr>
              <a:t>NO Implementadas (2)</a:t>
            </a:r>
            <a:endParaRPr lang="es-AR" sz="2000" noProof="0" dirty="0"/>
          </a:p>
        </p:txBody>
      </p:sp>
      <p:sp>
        <p:nvSpPr>
          <p:cNvPr id="14" name="Text 10"/>
          <p:cNvSpPr txBox="1"/>
          <p:nvPr/>
        </p:nvSpPr>
        <p:spPr>
          <a:xfrm>
            <a:off x="6675120" y="2560320"/>
            <a:ext cx="457200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s-AR" sz="1350" b="1" noProof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US-21</a:t>
            </a:r>
            <a:r>
              <a:rPr lang="es-AR" sz="1350" noProof="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Infraestructura de envío de email (plantillas)</a:t>
            </a:r>
            <a:endParaRPr lang="es-AR" sz="1350" noProof="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s-AR" sz="1350" b="1" noProof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US-24</a:t>
            </a:r>
            <a:r>
              <a:rPr lang="es-AR" sz="1350" noProof="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Catálogo de </a:t>
            </a:r>
            <a:r>
              <a:rPr lang="es-AR" sz="1350" noProof="0" dirty="0" err="1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vacu</a:t>
            </a:r>
            <a:r>
              <a:rPr lang="es-AR" sz="1350" dirty="0" err="1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</a:t>
            </a:r>
            <a:r>
              <a:rPr lang="es-AR" sz="1350" noProof="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s.</a:t>
            </a:r>
            <a:endParaRPr lang="es-AR" sz="1350" noProof="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s-AR" sz="1350" b="1" noProof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US-10</a:t>
            </a:r>
            <a:r>
              <a:rPr lang="es-AR" sz="1350" noProof="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Búsqueda de turnos por especialidad/profesional/fecha</a:t>
            </a:r>
            <a:endParaRPr lang="es-AR" sz="13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s-AR" sz="1350" b="1" strike="sngStrike" noProof="0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US-13</a:t>
            </a:r>
            <a:r>
              <a:rPr lang="es-AR" sz="1350" strike="sngStrike" noProof="0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Reserva de turno con control de concurrencia</a:t>
            </a:r>
            <a:endParaRPr lang="es-AR" sz="1350" strike="sngStrike" noProof="0" dirty="0">
              <a:solidFill>
                <a:srgbClr val="FF0000"/>
              </a:solidFill>
            </a:endParaRPr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s-AR" sz="1350" b="1" noProof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US-14</a:t>
            </a:r>
            <a:r>
              <a:rPr lang="es-AR" sz="1350" noProof="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Confirmación de la reserva por email</a:t>
            </a:r>
            <a:endParaRPr lang="es-AR" sz="1350" noProof="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s-AR" sz="1350" b="1" strike="sngStrike" noProof="0" dirty="0">
                <a:solidFill>
                  <a:srgbClr val="703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US-15</a:t>
            </a:r>
            <a:r>
              <a:rPr lang="es-AR" sz="1350" strike="sngStrike" noProof="0" dirty="0">
                <a:solidFill>
                  <a:srgbClr val="703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Recordatorio automático de turno</a:t>
            </a:r>
            <a:endParaRPr lang="es-AR" sz="1350" strike="sngStrike" noProof="0" dirty="0">
              <a:solidFill>
                <a:srgbClr val="7030A0"/>
              </a:solidFill>
            </a:endParaRPr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s-AR" sz="1350" b="1" strike="sngStrike" noProof="0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US-16</a:t>
            </a:r>
            <a:r>
              <a:rPr lang="es-AR" sz="1350" strike="sngStrike" noProof="0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Cancelación de turno con liberación del horario</a:t>
            </a:r>
            <a:endParaRPr lang="es-AR" sz="1350" strike="sngStrike" noProof="0" dirty="0">
              <a:solidFill>
                <a:srgbClr val="FF0000"/>
              </a:solidFill>
            </a:endParaRPr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s-AR" sz="1350" b="1" strike="sngStrike" noProof="0" dirty="0">
                <a:solidFill>
                  <a:srgbClr val="703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US-18</a:t>
            </a:r>
            <a:r>
              <a:rPr lang="es-AR" sz="1350" strike="sngStrike" noProof="0" dirty="0">
                <a:solidFill>
                  <a:srgbClr val="703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Registro de estado del turno (cumplido/ausente/cancelado)</a:t>
            </a:r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s-AR" sz="1350" b="1" noProof="0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US-64</a:t>
            </a:r>
            <a:r>
              <a:rPr lang="es-AR" sz="1350" noProof="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 Reserva de turno a nombre de otra persona</a:t>
            </a:r>
            <a:endParaRPr lang="es-AR" sz="1350" noProof="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12880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7A7A"/>
                </a:solidFill>
              </a:defRPr>
            </a:lvl1pPr>
          </a:lstStyle>
          <a:p>
            <a:pPr algn="l"/>
            <a:fld id="{F7021451-1387-4CA6-816F-3879F97B5CBC}" type="slidenum">
              <a:rPr lang="es-AR" b="0" noProof="0" smtClean="0"/>
              <a:t>2</a:t>
            </a:fld>
            <a:endParaRPr lang="es-AR" noProof="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640080" y="201168"/>
            <a:ext cx="10515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s-AR" sz="3000" b="1" noProof="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Próximo sprint &amp; métricas</a:t>
            </a:r>
            <a:endParaRPr lang="es-AR" sz="3000" noProof="0" dirty="0"/>
          </a:p>
        </p:txBody>
      </p:sp>
      <p:sp>
        <p:nvSpPr>
          <p:cNvPr id="3" name="Shape 1"/>
          <p:cNvSpPr/>
          <p:nvPr/>
        </p:nvSpPr>
        <p:spPr>
          <a:xfrm>
            <a:off x="640080" y="1417320"/>
            <a:ext cx="5212080" cy="4892040"/>
          </a:xfrm>
          <a:prstGeom prst="roundRect">
            <a:avLst>
              <a:gd name="adj" fmla="val 2243"/>
            </a:avLst>
          </a:prstGeom>
          <a:solidFill>
            <a:srgbClr val="E9F5F3"/>
          </a:solidFill>
          <a:ln/>
          <a:effectLst>
            <a:outerShdw blurRad="101600" dist="38100" dir="5400000" algn="bl" rotWithShape="0">
              <a:srgbClr val="1B1B1B">
                <a:alpha val="18000"/>
              </a:srgbClr>
            </a:outerShdw>
          </a:effectLst>
        </p:spPr>
        <p:txBody>
          <a:bodyPr/>
          <a:lstStyle/>
          <a:p>
            <a:endParaRPr lang="es-AR" noProof="0" dirty="0"/>
          </a:p>
        </p:txBody>
      </p:sp>
      <p:sp>
        <p:nvSpPr>
          <p:cNvPr id="4" name="Shape 2"/>
          <p:cNvSpPr/>
          <p:nvPr/>
        </p:nvSpPr>
        <p:spPr>
          <a:xfrm>
            <a:off x="960120" y="1709928"/>
            <a:ext cx="685800" cy="685800"/>
          </a:xfrm>
          <a:prstGeom prst="ellipse">
            <a:avLst/>
          </a:prstGeom>
          <a:solidFill>
            <a:srgbClr val="05668D"/>
          </a:solidFill>
          <a:ln/>
        </p:spPr>
        <p:txBody>
          <a:bodyPr/>
          <a:lstStyle/>
          <a:p>
            <a:endParaRPr lang="es-AR" noProof="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5568" y="1865376"/>
            <a:ext cx="384048" cy="384048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783080" y="1691640"/>
            <a:ext cx="395348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AR" sz="1900" b="1" noProof="0" dirty="0">
                <a:solidFill>
                  <a:srgbClr val="023E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Qué se hará en Sprint 3</a:t>
            </a:r>
          </a:p>
          <a:p>
            <a:pPr marL="0" indent="0">
              <a:buNone/>
            </a:pPr>
            <a:r>
              <a:rPr lang="es-AR" sz="1400" dirty="0"/>
              <a:t>Vacunas – Pagos – Reportes –</a:t>
            </a:r>
          </a:p>
          <a:p>
            <a:pPr marL="0" indent="0">
              <a:buNone/>
            </a:pPr>
            <a:r>
              <a:rPr lang="es-AR" sz="1400" dirty="0"/>
              <a:t> Fichas medicas - Administrativo</a:t>
            </a:r>
            <a:endParaRPr lang="es-AR" sz="1400" noProof="0" dirty="0"/>
          </a:p>
        </p:txBody>
      </p:sp>
      <p:sp>
        <p:nvSpPr>
          <p:cNvPr id="7" name="Text 4"/>
          <p:cNvSpPr txBox="1"/>
          <p:nvPr/>
        </p:nvSpPr>
        <p:spPr>
          <a:xfrm>
            <a:off x="960120" y="2514600"/>
            <a:ext cx="2251000" cy="3337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50"/>
              </a:spcAft>
              <a:buSzPct val="100000"/>
              <a:buChar char="•"/>
            </a:pPr>
            <a:r>
              <a:rPr lang="es-AR" sz="1200" b="1" noProof="0" dirty="0">
                <a:solidFill>
                  <a:srgbClr val="0566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US-63</a:t>
            </a:r>
            <a:r>
              <a:rPr lang="es-AR" sz="1200" noProof="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Agenda del </a:t>
            </a:r>
            <a:r>
              <a:rPr lang="es-AR" sz="1200" noProof="0" dirty="0" err="1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vacunatorio</a:t>
            </a:r>
            <a:endParaRPr lang="es-AR" sz="1200" noProof="0" dirty="0"/>
          </a:p>
          <a:p>
            <a:pPr marL="342900" indent="-342900">
              <a:spcAft>
                <a:spcPts val="550"/>
              </a:spcAft>
              <a:buSzPct val="100000"/>
              <a:buChar char="•"/>
            </a:pPr>
            <a:r>
              <a:rPr lang="es-AR" sz="1200" b="1" noProof="0" dirty="0">
                <a:solidFill>
                  <a:srgbClr val="0566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US-33</a:t>
            </a:r>
            <a:r>
              <a:rPr lang="es-AR" sz="1200" noProof="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Precio de consulta por obra social</a:t>
            </a:r>
            <a:endParaRPr lang="es-AR" sz="1200" noProof="0" dirty="0"/>
          </a:p>
          <a:p>
            <a:pPr marL="342900" indent="-342900">
              <a:spcAft>
                <a:spcPts val="550"/>
              </a:spcAft>
              <a:buSzPct val="100000"/>
              <a:buChar char="•"/>
            </a:pPr>
            <a:r>
              <a:rPr lang="es-AR" sz="1200" b="1" noProof="0" dirty="0">
                <a:solidFill>
                  <a:srgbClr val="0566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US-32</a:t>
            </a:r>
            <a:r>
              <a:rPr lang="es-AR" sz="1200" noProof="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Gestión de cobertura médica</a:t>
            </a:r>
            <a:endParaRPr lang="es-AR" sz="1200" noProof="0" dirty="0"/>
          </a:p>
          <a:p>
            <a:pPr marL="342900" indent="-342900">
              <a:spcAft>
                <a:spcPts val="550"/>
              </a:spcAft>
              <a:buSzPct val="100000"/>
              <a:buChar char="•"/>
            </a:pPr>
            <a:r>
              <a:rPr lang="es-AR" sz="1200" b="1" noProof="0" dirty="0">
                <a:solidFill>
                  <a:srgbClr val="0566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US-39</a:t>
            </a:r>
            <a:r>
              <a:rPr lang="es-AR" sz="1200" noProof="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Ficha de diagnóstico</a:t>
            </a:r>
            <a:endParaRPr lang="es-AR" sz="1200" noProof="0" dirty="0"/>
          </a:p>
          <a:p>
            <a:pPr marL="342900" indent="-342900">
              <a:spcAft>
                <a:spcPts val="550"/>
              </a:spcAft>
              <a:buSzPct val="100000"/>
              <a:buChar char="•"/>
            </a:pPr>
            <a:r>
              <a:rPr lang="es-AR" sz="1200" b="1" noProof="0" dirty="0">
                <a:solidFill>
                  <a:srgbClr val="0566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US-45</a:t>
            </a:r>
            <a:r>
              <a:rPr lang="es-AR" sz="1200" noProof="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Reporte de turnos por especialidad</a:t>
            </a:r>
            <a:endParaRPr lang="es-AR" sz="1200" noProof="0" dirty="0"/>
          </a:p>
          <a:p>
            <a:pPr marL="342900" indent="-342900">
              <a:spcAft>
                <a:spcPts val="550"/>
              </a:spcAft>
              <a:buSzPct val="100000"/>
              <a:buChar char="•"/>
            </a:pPr>
            <a:r>
              <a:rPr lang="es-AR" sz="1200" b="1" noProof="0" dirty="0">
                <a:solidFill>
                  <a:srgbClr val="0566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US-48</a:t>
            </a:r>
            <a:r>
              <a:rPr lang="es-AR" sz="1200" noProof="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Reporte de asistencia y ausentismo</a:t>
            </a:r>
            <a:endParaRPr lang="es-AR" sz="1200" noProof="0" dirty="0"/>
          </a:p>
          <a:p>
            <a:pPr marL="342900" indent="-342900">
              <a:spcAft>
                <a:spcPts val="550"/>
              </a:spcAft>
              <a:buSzPct val="100000"/>
              <a:buChar char="•"/>
            </a:pPr>
            <a:r>
              <a:rPr lang="es-AR" sz="1200" b="1" noProof="0" dirty="0">
                <a:solidFill>
                  <a:srgbClr val="0566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US-30</a:t>
            </a:r>
            <a:r>
              <a:rPr lang="es-AR" sz="1200" noProof="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Bloqueo de turnos de franja publicada</a:t>
            </a:r>
            <a:endParaRPr lang="es-AR" sz="1200" noProof="0" dirty="0"/>
          </a:p>
          <a:p>
            <a:pPr marL="342900" indent="-342900">
              <a:spcAft>
                <a:spcPts val="550"/>
              </a:spcAft>
              <a:buSzPct val="100000"/>
              <a:buChar char="•"/>
            </a:pPr>
            <a:r>
              <a:rPr lang="es-AR" sz="1200" b="1" noProof="0" dirty="0">
                <a:solidFill>
                  <a:srgbClr val="0566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US-28</a:t>
            </a:r>
            <a:r>
              <a:rPr lang="es-AR" sz="1200" noProof="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Turno de vacunación</a:t>
            </a:r>
            <a:endParaRPr lang="es-AR" sz="1200" noProof="0" dirty="0"/>
          </a:p>
          <a:p>
            <a:pPr marL="342900" indent="-342900">
              <a:spcAft>
                <a:spcPts val="550"/>
              </a:spcAft>
              <a:buSzPct val="100000"/>
              <a:buChar char="•"/>
            </a:pPr>
            <a:r>
              <a:rPr lang="es-AR" sz="1200" b="1" noProof="0" dirty="0">
                <a:solidFill>
                  <a:srgbClr val="0566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US-34</a:t>
            </a:r>
            <a:r>
              <a:rPr lang="es-AR" sz="1200" noProof="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Cálculo del importe según obra social</a:t>
            </a:r>
            <a:endParaRPr lang="es-AR" sz="1200" noProof="0" dirty="0"/>
          </a:p>
          <a:p>
            <a:pPr marL="342900" indent="-342900">
              <a:spcAft>
                <a:spcPts val="550"/>
              </a:spcAft>
              <a:buSzPct val="100000"/>
              <a:buChar char="•"/>
            </a:pPr>
            <a:r>
              <a:rPr lang="es-AR" sz="1200" b="1" noProof="0" dirty="0">
                <a:solidFill>
                  <a:srgbClr val="0566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US-22</a:t>
            </a:r>
            <a:r>
              <a:rPr lang="es-AR" sz="1200" noProof="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Aviso por email de franja bloqueada</a:t>
            </a:r>
            <a:endParaRPr lang="es-AR" sz="1200" noProof="0" dirty="0"/>
          </a:p>
        </p:txBody>
      </p:sp>
      <p:sp>
        <p:nvSpPr>
          <p:cNvPr id="9" name="Shape 6"/>
          <p:cNvSpPr/>
          <p:nvPr/>
        </p:nvSpPr>
        <p:spPr>
          <a:xfrm>
            <a:off x="6355080" y="1417320"/>
            <a:ext cx="5212080" cy="4892040"/>
          </a:xfrm>
          <a:prstGeom prst="roundRect">
            <a:avLst>
              <a:gd name="adj" fmla="val 2243"/>
            </a:avLst>
          </a:prstGeom>
          <a:solidFill>
            <a:srgbClr val="E9F5F3"/>
          </a:solidFill>
          <a:ln/>
          <a:effectLst>
            <a:outerShdw blurRad="101600" dist="38100" dir="5400000" algn="bl" rotWithShape="0">
              <a:srgbClr val="1B1B1B">
                <a:alpha val="18000"/>
              </a:srgbClr>
            </a:outerShdw>
          </a:effectLst>
        </p:spPr>
        <p:txBody>
          <a:bodyPr/>
          <a:lstStyle/>
          <a:p>
            <a:endParaRPr lang="es-AR" noProof="0" dirty="0"/>
          </a:p>
        </p:txBody>
      </p:sp>
      <p:sp>
        <p:nvSpPr>
          <p:cNvPr id="10" name="Shape 7"/>
          <p:cNvSpPr/>
          <p:nvPr/>
        </p:nvSpPr>
        <p:spPr>
          <a:xfrm>
            <a:off x="6675120" y="1709928"/>
            <a:ext cx="685800" cy="685800"/>
          </a:xfrm>
          <a:prstGeom prst="ellipse">
            <a:avLst/>
          </a:prstGeom>
          <a:solidFill>
            <a:srgbClr val="F2A541"/>
          </a:solidFill>
          <a:ln/>
        </p:spPr>
        <p:txBody>
          <a:bodyPr/>
          <a:lstStyle/>
          <a:p>
            <a:endParaRPr lang="es-AR" noProof="0" dirty="0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30568" y="1865376"/>
            <a:ext cx="384048" cy="384048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7498080" y="1691640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AR" sz="1900" b="1" noProof="0" dirty="0">
                <a:solidFill>
                  <a:srgbClr val="023E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Métricas del sprint</a:t>
            </a:r>
            <a:endParaRPr lang="es-AR" sz="1900" noProof="0" dirty="0"/>
          </a:p>
        </p:txBody>
      </p:sp>
      <p:sp>
        <p:nvSpPr>
          <p:cNvPr id="13" name="Text 9"/>
          <p:cNvSpPr txBox="1"/>
          <p:nvPr/>
        </p:nvSpPr>
        <p:spPr>
          <a:xfrm>
            <a:off x="6675120" y="2514600"/>
            <a:ext cx="4572000" cy="3337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s-AR" sz="1150" noProof="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Cantidad de historias de usuario implementadas por sprint: </a:t>
            </a:r>
            <a:r>
              <a:rPr lang="es-AR" sz="11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r>
              <a:rPr lang="es-AR" sz="1150" noProof="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s-AR" sz="1150" noProof="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Cantidad de bugs solucionados: 4</a:t>
            </a:r>
            <a:endParaRPr lang="es-AR" sz="1150" noProof="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s-AR" sz="1150" noProof="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Cantidad de bugs/errores encontrados luego de cada </a:t>
            </a:r>
            <a:r>
              <a:rPr lang="es-AR" sz="1150" noProof="0" dirty="0" err="1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</a:t>
            </a:r>
            <a:r>
              <a:rPr lang="es-AR" sz="1150" noProof="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implementada: 3</a:t>
            </a:r>
            <a:endParaRPr lang="es-AR" sz="1150" noProof="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s-AR" sz="1150" noProof="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Cantidad de requerimientos implementados y aprobados sobre el total: 12</a:t>
            </a:r>
            <a:endParaRPr lang="es-AR" sz="1150" noProof="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s-AR" sz="1150" noProof="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Cantidad de tareas en curso simultáneamente: 1</a:t>
            </a:r>
            <a:endParaRPr lang="es-AR" sz="1150" noProof="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s-AR" sz="1150" noProof="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Cantidad de HU que no se terminan en el sprint sobre el total de HU del sprint: </a:t>
            </a:r>
            <a:r>
              <a:rPr lang="es-AR" sz="11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s-AR" sz="1150" noProof="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12880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7A7A"/>
                </a:solidFill>
              </a:defRPr>
            </a:lvl1pPr>
          </a:lstStyle>
          <a:p>
            <a:pPr algn="l"/>
            <a:fld id="{F7021451-1387-4CA6-816F-3879F97B5CBC}" type="slidenum">
              <a:rPr lang="es-AR" b="0" noProof="0" smtClean="0"/>
              <a:t>3</a:t>
            </a:fld>
            <a:endParaRPr lang="es-AR" noProof="0" dirty="0"/>
          </a:p>
        </p:txBody>
      </p:sp>
      <p:sp>
        <p:nvSpPr>
          <p:cNvPr id="15" name="Text 4"/>
          <p:cNvSpPr txBox="1"/>
          <p:nvPr/>
        </p:nvSpPr>
        <p:spPr>
          <a:xfrm>
            <a:off x="3211120" y="2514600"/>
            <a:ext cx="2251000" cy="3337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50"/>
              </a:spcAft>
              <a:buSzPct val="100000"/>
              <a:buChar char="•"/>
            </a:pPr>
            <a:r>
              <a:rPr lang="es-AR" sz="1200" b="1" noProof="0" dirty="0">
                <a:solidFill>
                  <a:srgbClr val="0566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US-40</a:t>
            </a:r>
            <a:r>
              <a:rPr lang="es-AR" sz="1200" noProof="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Historial consolidado del profesional</a:t>
            </a:r>
            <a:endParaRPr lang="es-AR" sz="1200" noProof="0" dirty="0"/>
          </a:p>
          <a:p>
            <a:pPr marL="342900" indent="-342900">
              <a:spcAft>
                <a:spcPts val="550"/>
              </a:spcAft>
              <a:buSzPct val="100000"/>
              <a:buChar char="•"/>
            </a:pPr>
            <a:r>
              <a:rPr lang="es-AR" sz="1200" b="1" noProof="0" dirty="0">
                <a:solidFill>
                  <a:srgbClr val="0566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US-41</a:t>
            </a:r>
            <a:r>
              <a:rPr lang="es-AR" sz="1200" noProof="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Historial clínico del paciente (lectura)</a:t>
            </a:r>
            <a:endParaRPr lang="es-AR" sz="1200" noProof="0" dirty="0"/>
          </a:p>
          <a:p>
            <a:pPr marL="342900" indent="-342900">
              <a:spcAft>
                <a:spcPts val="550"/>
              </a:spcAft>
              <a:buSzPct val="100000"/>
              <a:buChar char="•"/>
            </a:pPr>
            <a:r>
              <a:rPr lang="es-AR" sz="1200" b="1" noProof="0" dirty="0">
                <a:solidFill>
                  <a:srgbClr val="0566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US-62</a:t>
            </a:r>
            <a:r>
              <a:rPr lang="es-AR" sz="1200" noProof="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Estudios adjuntos a la ficha</a:t>
            </a:r>
            <a:endParaRPr lang="es-AR" sz="1200" noProof="0" dirty="0"/>
          </a:p>
          <a:p>
            <a:pPr marL="342900" indent="-342900">
              <a:spcAft>
                <a:spcPts val="550"/>
              </a:spcAft>
              <a:buSzPct val="100000"/>
              <a:buChar char="•"/>
            </a:pPr>
            <a:r>
              <a:rPr lang="es-AR" sz="1200" b="1" noProof="0" dirty="0">
                <a:solidFill>
                  <a:srgbClr val="0566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US-29</a:t>
            </a:r>
            <a:r>
              <a:rPr lang="es-AR" sz="1200" noProof="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Registro de dosis aplicada</a:t>
            </a:r>
            <a:endParaRPr lang="es-AR" sz="1200" noProof="0" dirty="0"/>
          </a:p>
          <a:p>
            <a:pPr marL="342900" indent="-342900">
              <a:spcAft>
                <a:spcPts val="550"/>
              </a:spcAft>
              <a:buSzPct val="100000"/>
              <a:buChar char="•"/>
            </a:pPr>
            <a:r>
              <a:rPr lang="es-AR" sz="1200" b="1" noProof="0" dirty="0">
                <a:solidFill>
                  <a:srgbClr val="0566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US-17</a:t>
            </a:r>
            <a:r>
              <a:rPr lang="es-AR" sz="1200" noProof="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Turnos desde mostrador</a:t>
            </a:r>
            <a:endParaRPr lang="es-AR" sz="1200" noProof="0" dirty="0"/>
          </a:p>
          <a:p>
            <a:pPr marL="342900" indent="-342900">
              <a:spcAft>
                <a:spcPts val="550"/>
              </a:spcAft>
              <a:buSzPct val="100000"/>
              <a:buChar char="•"/>
            </a:pPr>
            <a:r>
              <a:rPr lang="es-AR" sz="1200" b="1" noProof="0" dirty="0">
                <a:solidFill>
                  <a:srgbClr val="0566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US-35</a:t>
            </a:r>
            <a:r>
              <a:rPr lang="es-AR" sz="1200" noProof="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Registro de pago</a:t>
            </a:r>
            <a:endParaRPr lang="es-AR" sz="1200" noProof="0" dirty="0"/>
          </a:p>
          <a:p>
            <a:pPr marL="342900" indent="-342900">
              <a:spcAft>
                <a:spcPts val="550"/>
              </a:spcAft>
              <a:buSzPct val="100000"/>
              <a:buChar char="•"/>
            </a:pPr>
            <a:r>
              <a:rPr lang="es-AR" sz="1200" b="1" noProof="0" dirty="0">
                <a:solidFill>
                  <a:srgbClr val="0566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US-44</a:t>
            </a:r>
            <a:r>
              <a:rPr lang="es-AR" sz="1200" noProof="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Auditoría de accesos al historial</a:t>
            </a:r>
            <a:endParaRPr lang="es-AR" sz="1200" noProof="0" dirty="0"/>
          </a:p>
          <a:p>
            <a:pPr marL="342900" indent="-342900">
              <a:spcAft>
                <a:spcPts val="550"/>
              </a:spcAft>
              <a:buSzPct val="100000"/>
              <a:buChar char="•"/>
            </a:pPr>
            <a:r>
              <a:rPr lang="es-AR" sz="1200" b="1" noProof="0" dirty="0">
                <a:solidFill>
                  <a:srgbClr val="0566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US-57</a:t>
            </a:r>
            <a:r>
              <a:rPr lang="es-AR" sz="1200" noProof="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Carnet de vacunación</a:t>
            </a:r>
            <a:endParaRPr lang="es-AR" sz="1200" noProof="0" dirty="0"/>
          </a:p>
          <a:p>
            <a:pPr marL="342900" indent="-342900">
              <a:spcAft>
                <a:spcPts val="550"/>
              </a:spcAft>
              <a:buSzPct val="100000"/>
              <a:buChar char="•"/>
            </a:pPr>
            <a:r>
              <a:rPr lang="es-AR" sz="1200" b="1" noProof="0" dirty="0">
                <a:solidFill>
                  <a:srgbClr val="0566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US-36</a:t>
            </a:r>
            <a:r>
              <a:rPr lang="es-AR" sz="1200" noProof="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Comprobante de pago en PDF</a:t>
            </a:r>
            <a:endParaRPr lang="es-AR" sz="1200" noProof="0" dirty="0"/>
          </a:p>
          <a:p>
            <a:pPr marL="342900" indent="-342900">
              <a:spcAft>
                <a:spcPts val="550"/>
              </a:spcAft>
              <a:buSzPct val="100000"/>
              <a:buChar char="•"/>
            </a:pPr>
            <a:r>
              <a:rPr lang="es-AR" sz="1200" b="1" noProof="0" dirty="0">
                <a:solidFill>
                  <a:srgbClr val="0566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US-47</a:t>
            </a:r>
            <a:r>
              <a:rPr lang="es-AR" sz="1200" noProof="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Reporte de pagos</a:t>
            </a:r>
            <a:endParaRPr lang="es-AR" sz="1200" noProof="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640080" y="201168"/>
            <a:ext cx="10515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s-AR" sz="3000" b="1" noProof="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Bugs encontrados</a:t>
            </a:r>
            <a:endParaRPr lang="es-AR" sz="3000" noProof="0" dirty="0"/>
          </a:p>
        </p:txBody>
      </p:sp>
      <p:sp>
        <p:nvSpPr>
          <p:cNvPr id="3" name="Shape 1"/>
          <p:cNvSpPr/>
          <p:nvPr/>
        </p:nvSpPr>
        <p:spPr>
          <a:xfrm>
            <a:off x="640080" y="1417320"/>
            <a:ext cx="5349240" cy="1965960"/>
          </a:xfrm>
          <a:prstGeom prst="roundRect">
            <a:avLst>
              <a:gd name="adj" fmla="val 4651"/>
            </a:avLst>
          </a:prstGeom>
          <a:solidFill>
            <a:srgbClr val="E9F5F3"/>
          </a:solidFill>
          <a:ln/>
          <a:effectLst>
            <a:outerShdw blurRad="76200" dist="25400" dir="5400000" algn="bl" rotWithShape="0">
              <a:srgbClr val="1B1B1B">
                <a:alpha val="16000"/>
              </a:srgbClr>
            </a:outerShdw>
          </a:effectLst>
        </p:spPr>
        <p:txBody>
          <a:bodyPr/>
          <a:lstStyle/>
          <a:p>
            <a:endParaRPr lang="es-AR" noProof="0" dirty="0"/>
          </a:p>
        </p:txBody>
      </p:sp>
      <p:sp>
        <p:nvSpPr>
          <p:cNvPr id="4" name="Shape 2"/>
          <p:cNvSpPr/>
          <p:nvPr/>
        </p:nvSpPr>
        <p:spPr>
          <a:xfrm>
            <a:off x="914400" y="1673352"/>
            <a:ext cx="566928" cy="566928"/>
          </a:xfrm>
          <a:prstGeom prst="ellipse">
            <a:avLst/>
          </a:prstGeom>
          <a:solidFill>
            <a:srgbClr val="D64550"/>
          </a:solidFill>
          <a:ln/>
        </p:spPr>
        <p:txBody>
          <a:bodyPr/>
          <a:lstStyle/>
          <a:p>
            <a:endParaRPr lang="es-AR" noProof="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2416" y="1801368"/>
            <a:ext cx="310896" cy="310896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645920" y="1618488"/>
            <a:ext cx="4069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AR" sz="1500" b="1" noProof="0" dirty="0">
                <a:solidFill>
                  <a:srgbClr val="D645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Bug 1</a:t>
            </a:r>
            <a:endParaRPr lang="es-AR" sz="1500" noProof="0" dirty="0"/>
          </a:p>
        </p:txBody>
      </p:sp>
      <p:sp>
        <p:nvSpPr>
          <p:cNvPr id="7" name="Text 4"/>
          <p:cNvSpPr txBox="1"/>
          <p:nvPr/>
        </p:nvSpPr>
        <p:spPr>
          <a:xfrm>
            <a:off x="899160" y="2270904"/>
            <a:ext cx="4800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AR" sz="1300" noProof="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franja horaria mensual se toma sobre días ya pasados y no se puede </a:t>
            </a:r>
          </a:p>
          <a:p>
            <a:pPr marL="0" indent="0">
              <a:buNone/>
            </a:pPr>
            <a:r>
              <a:rPr lang="es-AR" sz="13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avanzar.</a:t>
            </a:r>
            <a:endParaRPr lang="es-AR" sz="1300" noProof="0" dirty="0"/>
          </a:p>
        </p:txBody>
      </p:sp>
      <p:sp>
        <p:nvSpPr>
          <p:cNvPr id="8" name="Shape 5"/>
          <p:cNvSpPr/>
          <p:nvPr/>
        </p:nvSpPr>
        <p:spPr>
          <a:xfrm>
            <a:off x="6217920" y="1417320"/>
            <a:ext cx="5349240" cy="1965960"/>
          </a:xfrm>
          <a:prstGeom prst="roundRect">
            <a:avLst>
              <a:gd name="adj" fmla="val 4651"/>
            </a:avLst>
          </a:prstGeom>
          <a:solidFill>
            <a:srgbClr val="E9F5F3"/>
          </a:solidFill>
          <a:ln/>
          <a:effectLst>
            <a:outerShdw blurRad="76200" dist="25400" dir="5400000" algn="bl" rotWithShape="0">
              <a:srgbClr val="1B1B1B">
                <a:alpha val="16000"/>
              </a:srgbClr>
            </a:outerShdw>
          </a:effectLst>
        </p:spPr>
        <p:txBody>
          <a:bodyPr/>
          <a:lstStyle/>
          <a:p>
            <a:endParaRPr lang="es-AR" noProof="0" dirty="0"/>
          </a:p>
        </p:txBody>
      </p:sp>
      <p:sp>
        <p:nvSpPr>
          <p:cNvPr id="9" name="Shape 6"/>
          <p:cNvSpPr/>
          <p:nvPr/>
        </p:nvSpPr>
        <p:spPr>
          <a:xfrm>
            <a:off x="6492240" y="1673352"/>
            <a:ext cx="566928" cy="566928"/>
          </a:xfrm>
          <a:prstGeom prst="ellipse">
            <a:avLst/>
          </a:prstGeom>
          <a:solidFill>
            <a:srgbClr val="D64550"/>
          </a:solidFill>
          <a:ln/>
        </p:spPr>
        <p:txBody>
          <a:bodyPr/>
          <a:lstStyle/>
          <a:p>
            <a:endParaRPr lang="es-AR" noProof="0" dirty="0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20256" y="1801368"/>
            <a:ext cx="310896" cy="310896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7223760" y="1618488"/>
            <a:ext cx="4069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AR" sz="1500" b="1" noProof="0" dirty="0">
                <a:solidFill>
                  <a:srgbClr val="D645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Bug 2</a:t>
            </a:r>
            <a:endParaRPr lang="es-AR" sz="1500" noProof="0" dirty="0"/>
          </a:p>
        </p:txBody>
      </p:sp>
      <p:sp>
        <p:nvSpPr>
          <p:cNvPr id="12" name="Text 8"/>
          <p:cNvSpPr txBox="1"/>
          <p:nvPr/>
        </p:nvSpPr>
        <p:spPr>
          <a:xfrm>
            <a:off x="6492240" y="2286000"/>
            <a:ext cx="4800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MX" sz="13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r>
              <a:rPr lang="es-AR" sz="1300" dirty="0" err="1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onfirmacion</a:t>
            </a:r>
            <a:r>
              <a:rPr lang="es-AR" sz="13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visual de los botones con </a:t>
            </a:r>
            <a:r>
              <a:rPr lang="es-AR" sz="1300" dirty="0" err="1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hover</a:t>
            </a:r>
            <a:r>
              <a:rPr lang="es-AR" sz="13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s-AR" sz="1300" noProof="0" dirty="0"/>
          </a:p>
        </p:txBody>
      </p:sp>
      <p:sp>
        <p:nvSpPr>
          <p:cNvPr id="13" name="Shape 9"/>
          <p:cNvSpPr/>
          <p:nvPr/>
        </p:nvSpPr>
        <p:spPr>
          <a:xfrm>
            <a:off x="3228004" y="3529066"/>
            <a:ext cx="5349240" cy="1965960"/>
          </a:xfrm>
          <a:prstGeom prst="roundRect">
            <a:avLst>
              <a:gd name="adj" fmla="val 4651"/>
            </a:avLst>
          </a:prstGeom>
          <a:solidFill>
            <a:srgbClr val="E9F5F3"/>
          </a:solidFill>
          <a:ln/>
          <a:effectLst>
            <a:outerShdw blurRad="76200" dist="25400" dir="5400000" algn="bl" rotWithShape="0">
              <a:srgbClr val="1B1B1B">
                <a:alpha val="16000"/>
              </a:srgbClr>
            </a:outerShdw>
          </a:effectLst>
        </p:spPr>
        <p:txBody>
          <a:bodyPr/>
          <a:lstStyle/>
          <a:p>
            <a:endParaRPr lang="es-AR" noProof="0" dirty="0"/>
          </a:p>
        </p:txBody>
      </p:sp>
      <p:sp>
        <p:nvSpPr>
          <p:cNvPr id="14" name="Shape 10"/>
          <p:cNvSpPr/>
          <p:nvPr/>
        </p:nvSpPr>
        <p:spPr>
          <a:xfrm>
            <a:off x="3502324" y="3785098"/>
            <a:ext cx="566928" cy="566928"/>
          </a:xfrm>
          <a:prstGeom prst="ellipse">
            <a:avLst/>
          </a:prstGeom>
          <a:solidFill>
            <a:srgbClr val="D64550"/>
          </a:solidFill>
          <a:ln/>
        </p:spPr>
        <p:txBody>
          <a:bodyPr/>
          <a:lstStyle/>
          <a:p>
            <a:endParaRPr lang="es-AR" noProof="0" dirty="0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30340" y="3913114"/>
            <a:ext cx="310896" cy="310896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4233844" y="3730234"/>
            <a:ext cx="4069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AR" sz="1500" b="1" noProof="0" dirty="0">
                <a:solidFill>
                  <a:srgbClr val="D645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Bug 3</a:t>
            </a:r>
            <a:endParaRPr lang="es-AR" sz="1500" noProof="0" dirty="0"/>
          </a:p>
        </p:txBody>
      </p:sp>
      <p:sp>
        <p:nvSpPr>
          <p:cNvPr id="17" name="Text 12"/>
          <p:cNvSpPr txBox="1"/>
          <p:nvPr/>
        </p:nvSpPr>
        <p:spPr>
          <a:xfrm>
            <a:off x="3502324" y="4397746"/>
            <a:ext cx="4800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MX" sz="13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</a:t>
            </a:r>
            <a:r>
              <a:rPr lang="es-AR" sz="1300" dirty="0" err="1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alidacion</a:t>
            </a:r>
            <a:r>
              <a:rPr lang="es-AR" sz="13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formularios en campos de texto.</a:t>
            </a:r>
            <a:endParaRPr lang="es-AR" sz="1300" noProof="0" dirty="0"/>
          </a:p>
        </p:txBody>
      </p:sp>
      <p:sp>
        <p:nvSpPr>
          <p:cNvPr id="23" name="Text 17"/>
          <p:cNvSpPr txBox="1"/>
          <p:nvPr/>
        </p:nvSpPr>
        <p:spPr>
          <a:xfrm>
            <a:off x="640080" y="571500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AR" sz="1300" i="1" noProof="0" dirty="0">
                <a:solidFill>
                  <a:srgbClr val="3E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Reserva planificada: 3 puntos para corrección de los bugs del Sprint 2 durante el Sprint 3.</a:t>
            </a:r>
            <a:endParaRPr lang="es-AR" sz="1300" noProof="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12880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7A7A"/>
                </a:solidFill>
              </a:defRPr>
            </a:lvl1pPr>
          </a:lstStyle>
          <a:p>
            <a:pPr algn="l"/>
            <a:fld id="{F7021451-1387-4CA6-816F-3879F97B5CBC}" type="slidenum">
              <a:rPr lang="es-AR" b="0" noProof="0" smtClean="0"/>
              <a:t>4</a:t>
            </a:fld>
            <a:endParaRPr lang="es-AR" noProof="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uraHealth">
  <a:themeElements>
    <a:clrScheme name="AuraHealth">
      <a:dk1>
        <a:srgbClr val="1B1B1B"/>
      </a:dk1>
      <a:lt1>
        <a:srgbClr val="FFFFFF"/>
      </a:lt1>
      <a:dk2>
        <a:srgbClr val="023E40"/>
      </a:dk2>
      <a:lt2>
        <a:srgbClr val="E9F5F3"/>
      </a:lt2>
      <a:accent1>
        <a:srgbClr val="028090"/>
      </a:accent1>
      <a:accent2>
        <a:srgbClr val="00A896"/>
      </a:accent2>
      <a:accent3>
        <a:srgbClr val="02C39A"/>
      </a:accent3>
      <a:accent4>
        <a:srgbClr val="05668D"/>
      </a:accent4>
      <a:accent5>
        <a:srgbClr val="D64550"/>
      </a:accent5>
      <a:accent6>
        <a:srgbClr val="F2A541"/>
      </a:accent6>
      <a:hlink>
        <a:srgbClr val="028090"/>
      </a:hlink>
      <a:folHlink>
        <a:srgbClr val="05668D"/>
      </a:folHlink>
    </a:clrScheme>
    <a:fontScheme name="AuraHealth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98</TotalTime>
  <Words>479</Words>
  <Application>Microsoft Office PowerPoint</Application>
  <PresentationFormat>Panorámica</PresentationFormat>
  <Paragraphs>73</Paragraphs>
  <Slides>4</Slides>
  <Notes>4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4</vt:i4>
      </vt:variant>
    </vt:vector>
  </HeadingPairs>
  <TitlesOfParts>
    <vt:vector size="8" baseType="lpstr">
      <vt:lpstr>Arial</vt:lpstr>
      <vt:lpstr>Calibri</vt:lpstr>
      <vt:lpstr>Cambria</vt:lpstr>
      <vt:lpstr>AuraHealth</vt:lpstr>
      <vt:lpstr>AuraHealth</vt:lpstr>
      <vt:lpstr>Plan de demo &amp; historias de usuario implementadas</vt:lpstr>
      <vt:lpstr>Próximo sprint &amp; métricas</vt:lpstr>
      <vt:lpstr>Bugs encontrados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Agustín Echavarría</cp:lastModifiedBy>
  <cp:revision>4</cp:revision>
  <dcterms:created xsi:type="dcterms:W3CDTF">2026-10-09T16:52:26Z</dcterms:created>
  <dcterms:modified xsi:type="dcterms:W3CDTF">2026-10-22T19:32:42Z</dcterms:modified>
</cp:coreProperties>
</file>